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62" r:id="rId6"/>
    <p:sldId id="263" r:id="rId7"/>
    <p:sldId id="261" r:id="rId8"/>
    <p:sldId id="257" r:id="rId9"/>
    <p:sldId id="258" r:id="rId10"/>
    <p:sldId id="260" r:id="rId11"/>
    <p:sldId id="259" r:id="rId12"/>
  </p:sldIdLst>
  <p:sldSz cx="12192000" cy="6858000"/>
  <p:notesSz cx="6858000" cy="9144000"/>
  <p:defaultTextStyle>
    <a:defPPr>
      <a:defRPr lang="nl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4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595D"/>
    <a:srgbClr val="FFFFFF"/>
    <a:srgbClr val="FF695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DCC5CF2-5759-4550-ADCF-63906C341469}" v="99" dt="2025-10-29T14:25:25.17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4" d="100"/>
          <a:sy n="84" d="100"/>
        </p:scale>
        <p:origin x="102" y="564"/>
      </p:cViewPr>
      <p:guideLst>
        <p:guide orient="horz" pos="2184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enske Weeda" userId="2bb3a334-ad20-45a8-9a29-e7c9fd7c3c06" providerId="ADAL" clId="{FC2C0090-4581-494F-91D9-094962811AEF}"/>
    <pc:docChg chg="modSld">
      <pc:chgData name="Renske Weeda" userId="2bb3a334-ad20-45a8-9a29-e7c9fd7c3c06" providerId="ADAL" clId="{FC2C0090-4581-494F-91D9-094962811AEF}" dt="2025-10-27T12:59:40.713" v="0" actId="1076"/>
      <pc:docMkLst>
        <pc:docMk/>
      </pc:docMkLst>
      <pc:sldChg chg="modSp mod">
        <pc:chgData name="Renske Weeda" userId="2bb3a334-ad20-45a8-9a29-e7c9fd7c3c06" providerId="ADAL" clId="{FC2C0090-4581-494F-91D9-094962811AEF}" dt="2025-10-27T12:59:40.713" v="0" actId="1076"/>
        <pc:sldMkLst>
          <pc:docMk/>
          <pc:sldMk cId="956410206" sldId="256"/>
        </pc:sldMkLst>
      </pc:sldChg>
    </pc:docChg>
  </pc:docChgLst>
  <pc:docChgLst>
    <pc:chgData name="Renske Weeda" userId="17aa7c63-5c5f-4cad-b40e-083b70f628c6" providerId="ADAL" clId="{A404D68C-6EE3-419F-ADF6-A536F1262E59}"/>
    <pc:docChg chg="undo custSel addSld delSld modSld">
      <pc:chgData name="Renske Weeda" userId="17aa7c63-5c5f-4cad-b40e-083b70f628c6" providerId="ADAL" clId="{A404D68C-6EE3-419F-ADF6-A536F1262E59}" dt="2025-10-29T14:25:32.231" v="1950" actId="1076"/>
      <pc:docMkLst>
        <pc:docMk/>
      </pc:docMkLst>
      <pc:sldChg chg="addSp delSp modSp new mod">
        <pc:chgData name="Renske Weeda" userId="17aa7c63-5c5f-4cad-b40e-083b70f628c6" providerId="ADAL" clId="{A404D68C-6EE3-419F-ADF6-A536F1262E59}" dt="2025-10-29T13:24:25.630" v="1346" actId="1076"/>
        <pc:sldMkLst>
          <pc:docMk/>
          <pc:sldMk cId="956410206" sldId="256"/>
        </pc:sldMkLst>
        <pc:spChg chg="add mod ord">
          <ac:chgData name="Renske Weeda" userId="17aa7c63-5c5f-4cad-b40e-083b70f628c6" providerId="ADAL" clId="{A404D68C-6EE3-419F-ADF6-A536F1262E59}" dt="2025-10-29T12:40:12.538" v="925" actId="1035"/>
          <ac:spMkLst>
            <pc:docMk/>
            <pc:sldMk cId="956410206" sldId="256"/>
            <ac:spMk id="2" creationId="{3B6392AD-59EB-DC34-5F63-3273D7A3F0A0}"/>
          </ac:spMkLst>
        </pc:spChg>
        <pc:spChg chg="add mod">
          <ac:chgData name="Renske Weeda" userId="17aa7c63-5c5f-4cad-b40e-083b70f628c6" providerId="ADAL" clId="{A404D68C-6EE3-419F-ADF6-A536F1262E59}" dt="2025-10-29T12:40:07.997" v="907" actId="1036"/>
          <ac:spMkLst>
            <pc:docMk/>
            <pc:sldMk cId="956410206" sldId="256"/>
            <ac:spMk id="4" creationId="{9D5158D4-BA8C-96A7-5A3B-66E00175E1BA}"/>
          </ac:spMkLst>
        </pc:spChg>
        <pc:spChg chg="add del mod">
          <ac:chgData name="Renske Weeda" userId="17aa7c63-5c5f-4cad-b40e-083b70f628c6" providerId="ADAL" clId="{A404D68C-6EE3-419F-ADF6-A536F1262E59}" dt="2025-10-29T12:38:56.978" v="813" actId="478"/>
          <ac:spMkLst>
            <pc:docMk/>
            <pc:sldMk cId="956410206" sldId="256"/>
            <ac:spMk id="10" creationId="{DC19270F-E33D-2747-4C7B-D6CCACC0AA1A}"/>
          </ac:spMkLst>
        </pc:spChg>
        <pc:spChg chg="add del mod">
          <ac:chgData name="Renske Weeda" userId="17aa7c63-5c5f-4cad-b40e-083b70f628c6" providerId="ADAL" clId="{A404D68C-6EE3-419F-ADF6-A536F1262E59}" dt="2025-10-29T12:38:56.978" v="813" actId="478"/>
          <ac:spMkLst>
            <pc:docMk/>
            <pc:sldMk cId="956410206" sldId="256"/>
            <ac:spMk id="11" creationId="{8F7E9623-EF81-C163-C235-22E8BF9C26F1}"/>
          </ac:spMkLst>
        </pc:spChg>
        <pc:spChg chg="add del mod">
          <ac:chgData name="Renske Weeda" userId="17aa7c63-5c5f-4cad-b40e-083b70f628c6" providerId="ADAL" clId="{A404D68C-6EE3-419F-ADF6-A536F1262E59}" dt="2025-10-29T12:39:01.479" v="815" actId="478"/>
          <ac:spMkLst>
            <pc:docMk/>
            <pc:sldMk cId="956410206" sldId="256"/>
            <ac:spMk id="12" creationId="{C093742D-5F79-5165-1F70-6CCAD56F4253}"/>
          </ac:spMkLst>
        </pc:spChg>
        <pc:spChg chg="add del mod">
          <ac:chgData name="Renske Weeda" userId="17aa7c63-5c5f-4cad-b40e-083b70f628c6" providerId="ADAL" clId="{A404D68C-6EE3-419F-ADF6-A536F1262E59}" dt="2025-10-29T12:39:01.479" v="815" actId="478"/>
          <ac:spMkLst>
            <pc:docMk/>
            <pc:sldMk cId="956410206" sldId="256"/>
            <ac:spMk id="13" creationId="{C6B5AA1F-A4A4-01C1-3A4D-082DFE2B2151}"/>
          </ac:spMkLst>
        </pc:spChg>
        <pc:picChg chg="add mod">
          <ac:chgData name="Renske Weeda" userId="17aa7c63-5c5f-4cad-b40e-083b70f628c6" providerId="ADAL" clId="{A404D68C-6EE3-419F-ADF6-A536F1262E59}" dt="2025-10-29T13:24:25.630" v="1346" actId="1076"/>
          <ac:picMkLst>
            <pc:docMk/>
            <pc:sldMk cId="956410206" sldId="256"/>
            <ac:picMk id="3" creationId="{498D6BE9-BEDE-227B-94AB-50C5496277D0}"/>
          </ac:picMkLst>
        </pc:picChg>
        <pc:picChg chg="add mod ord">
          <ac:chgData name="Renske Weeda" userId="17aa7c63-5c5f-4cad-b40e-083b70f628c6" providerId="ADAL" clId="{A404D68C-6EE3-419F-ADF6-A536F1262E59}" dt="2025-10-29T13:24:08.193" v="1341" actId="167"/>
          <ac:picMkLst>
            <pc:docMk/>
            <pc:sldMk cId="956410206" sldId="256"/>
            <ac:picMk id="6" creationId="{ADBAD612-D2D4-D138-7A43-477C1DEA0762}"/>
          </ac:picMkLst>
        </pc:picChg>
        <pc:picChg chg="add mod">
          <ac:chgData name="Renske Weeda" userId="17aa7c63-5c5f-4cad-b40e-083b70f628c6" providerId="ADAL" clId="{A404D68C-6EE3-419F-ADF6-A536F1262E59}" dt="2025-10-29T12:39:50.696" v="883" actId="1036"/>
          <ac:picMkLst>
            <pc:docMk/>
            <pc:sldMk cId="956410206" sldId="256"/>
            <ac:picMk id="7" creationId="{3956E04D-55E2-F57C-E654-C57F043E6CD7}"/>
          </ac:picMkLst>
        </pc:picChg>
        <pc:picChg chg="add del mod">
          <ac:chgData name="Renske Weeda" userId="17aa7c63-5c5f-4cad-b40e-083b70f628c6" providerId="ADAL" clId="{A404D68C-6EE3-419F-ADF6-A536F1262E59}" dt="2025-10-29T12:39:02.999" v="816" actId="478"/>
          <ac:picMkLst>
            <pc:docMk/>
            <pc:sldMk cId="956410206" sldId="256"/>
            <ac:picMk id="9" creationId="{AA5A1375-2D0E-97DF-1139-E87A0250184F}"/>
          </ac:picMkLst>
        </pc:picChg>
        <pc:picChg chg="add del mod">
          <ac:chgData name="Renske Weeda" userId="17aa7c63-5c5f-4cad-b40e-083b70f628c6" providerId="ADAL" clId="{A404D68C-6EE3-419F-ADF6-A536F1262E59}" dt="2025-10-29T12:39:06.081" v="819" actId="478"/>
          <ac:picMkLst>
            <pc:docMk/>
            <pc:sldMk cId="956410206" sldId="256"/>
            <ac:picMk id="17" creationId="{7251431D-C868-7CE3-B30F-54D537DB7F0F}"/>
          </ac:picMkLst>
        </pc:picChg>
        <pc:picChg chg="add del mod">
          <ac:chgData name="Renske Weeda" userId="17aa7c63-5c5f-4cad-b40e-083b70f628c6" providerId="ADAL" clId="{A404D68C-6EE3-419F-ADF6-A536F1262E59}" dt="2025-10-29T12:39:04.677" v="818" actId="478"/>
          <ac:picMkLst>
            <pc:docMk/>
            <pc:sldMk cId="956410206" sldId="256"/>
            <ac:picMk id="18" creationId="{605AAD83-1F42-FCAD-9C5D-99927467A9A9}"/>
          </ac:picMkLst>
        </pc:picChg>
        <pc:picChg chg="add del mod">
          <ac:chgData name="Renske Weeda" userId="17aa7c63-5c5f-4cad-b40e-083b70f628c6" providerId="ADAL" clId="{A404D68C-6EE3-419F-ADF6-A536F1262E59}" dt="2025-10-29T12:39:04.331" v="817" actId="478"/>
          <ac:picMkLst>
            <pc:docMk/>
            <pc:sldMk cId="956410206" sldId="256"/>
            <ac:picMk id="19" creationId="{E2437551-9DF5-26B3-0382-641E85FE2950}"/>
          </ac:picMkLst>
        </pc:picChg>
      </pc:sldChg>
      <pc:sldChg chg="addSp delSp modSp new mod">
        <pc:chgData name="Renske Weeda" userId="17aa7c63-5c5f-4cad-b40e-083b70f628c6" providerId="ADAL" clId="{A404D68C-6EE3-419F-ADF6-A536F1262E59}" dt="2025-10-29T14:25:32.231" v="1950" actId="1076"/>
        <pc:sldMkLst>
          <pc:docMk/>
          <pc:sldMk cId="2586218324" sldId="257"/>
        </pc:sldMkLst>
        <pc:spChg chg="add del mod">
          <ac:chgData name="Renske Weeda" userId="17aa7c63-5c5f-4cad-b40e-083b70f628c6" providerId="ADAL" clId="{A404D68C-6EE3-419F-ADF6-A536F1262E59}" dt="2025-10-29T12:41:14.596" v="928" actId="21"/>
          <ac:spMkLst>
            <pc:docMk/>
            <pc:sldMk cId="2586218324" sldId="257"/>
            <ac:spMk id="3" creationId="{8B2F4CA5-239D-DFB4-7C97-F1F924543BEF}"/>
          </ac:spMkLst>
        </pc:spChg>
        <pc:spChg chg="add del mod">
          <ac:chgData name="Renske Weeda" userId="17aa7c63-5c5f-4cad-b40e-083b70f628c6" providerId="ADAL" clId="{A404D68C-6EE3-419F-ADF6-A536F1262E59}" dt="2025-10-29T12:41:14.596" v="928" actId="21"/>
          <ac:spMkLst>
            <pc:docMk/>
            <pc:sldMk cId="2586218324" sldId="257"/>
            <ac:spMk id="13" creationId="{23AB9C7B-5C31-1E99-E28D-2FCCCD207E7B}"/>
          </ac:spMkLst>
        </pc:spChg>
        <pc:spChg chg="add mod">
          <ac:chgData name="Renske Weeda" userId="17aa7c63-5c5f-4cad-b40e-083b70f628c6" providerId="ADAL" clId="{A404D68C-6EE3-419F-ADF6-A536F1262E59}" dt="2025-10-29T13:40:54.464" v="1484" actId="1076"/>
          <ac:spMkLst>
            <pc:docMk/>
            <pc:sldMk cId="2586218324" sldId="257"/>
            <ac:spMk id="14" creationId="{58086FDC-5642-E5C5-335B-B6208B730B5F}"/>
          </ac:spMkLst>
        </pc:spChg>
        <pc:spChg chg="add">
          <ac:chgData name="Renske Weeda" userId="17aa7c63-5c5f-4cad-b40e-083b70f628c6" providerId="ADAL" clId="{A404D68C-6EE3-419F-ADF6-A536F1262E59}" dt="2025-10-29T12:13:40.661" v="781"/>
          <ac:spMkLst>
            <pc:docMk/>
            <pc:sldMk cId="2586218324" sldId="257"/>
            <ac:spMk id="16" creationId="{5CB0FFDF-7DB7-375C-1E5C-B7509A5964FD}"/>
          </ac:spMkLst>
        </pc:spChg>
        <pc:spChg chg="add mod">
          <ac:chgData name="Renske Weeda" userId="17aa7c63-5c5f-4cad-b40e-083b70f628c6" providerId="ADAL" clId="{A404D68C-6EE3-419F-ADF6-A536F1262E59}" dt="2025-10-29T13:39:24.101" v="1468" actId="164"/>
          <ac:spMkLst>
            <pc:docMk/>
            <pc:sldMk cId="2586218324" sldId="257"/>
            <ac:spMk id="19" creationId="{4F08A83E-936C-3CE8-449C-6B4BB27F5149}"/>
          </ac:spMkLst>
        </pc:spChg>
        <pc:spChg chg="add mod">
          <ac:chgData name="Renske Weeda" userId="17aa7c63-5c5f-4cad-b40e-083b70f628c6" providerId="ADAL" clId="{A404D68C-6EE3-419F-ADF6-A536F1262E59}" dt="2025-10-29T13:39:56.218" v="1469" actId="164"/>
          <ac:spMkLst>
            <pc:docMk/>
            <pc:sldMk cId="2586218324" sldId="257"/>
            <ac:spMk id="26" creationId="{15757A26-5B80-9C57-9F4F-30AA0D02503B}"/>
          </ac:spMkLst>
        </pc:spChg>
        <pc:spChg chg="add del mod">
          <ac:chgData name="Renske Weeda" userId="17aa7c63-5c5f-4cad-b40e-083b70f628c6" providerId="ADAL" clId="{A404D68C-6EE3-419F-ADF6-A536F1262E59}" dt="2025-10-29T12:48:44.046" v="1258" actId="21"/>
          <ac:spMkLst>
            <pc:docMk/>
            <pc:sldMk cId="2586218324" sldId="257"/>
            <ac:spMk id="35" creationId="{A5F0C6C8-FD1A-439F-8C8B-85BB5610B7A4}"/>
          </ac:spMkLst>
        </pc:spChg>
        <pc:spChg chg="add mod">
          <ac:chgData name="Renske Weeda" userId="17aa7c63-5c5f-4cad-b40e-083b70f628c6" providerId="ADAL" clId="{A404D68C-6EE3-419F-ADF6-A536F1262E59}" dt="2025-10-29T13:14:26.364" v="1293" actId="164"/>
          <ac:spMkLst>
            <pc:docMk/>
            <pc:sldMk cId="2586218324" sldId="257"/>
            <ac:spMk id="39" creationId="{AE830A40-0112-3F7F-67BB-0A51ED0E0F7B}"/>
          </ac:spMkLst>
        </pc:spChg>
        <pc:spChg chg="add del mod">
          <ac:chgData name="Renske Weeda" userId="17aa7c63-5c5f-4cad-b40e-083b70f628c6" providerId="ADAL" clId="{A404D68C-6EE3-419F-ADF6-A536F1262E59}" dt="2025-10-29T14:04:06.471" v="1689" actId="478"/>
          <ac:spMkLst>
            <pc:docMk/>
            <pc:sldMk cId="2586218324" sldId="257"/>
            <ac:spMk id="49" creationId="{9E1D9D04-8C8B-0636-364D-9961D428AE3F}"/>
          </ac:spMkLst>
        </pc:spChg>
        <pc:spChg chg="add mod ord">
          <ac:chgData name="Renske Weeda" userId="17aa7c63-5c5f-4cad-b40e-083b70f628c6" providerId="ADAL" clId="{A404D68C-6EE3-419F-ADF6-A536F1262E59}" dt="2025-10-29T14:04:18.616" v="1709" actId="1036"/>
          <ac:spMkLst>
            <pc:docMk/>
            <pc:sldMk cId="2586218324" sldId="257"/>
            <ac:spMk id="50" creationId="{8A389F50-8FD6-B106-FD8E-A6EBDAE435D4}"/>
          </ac:spMkLst>
        </pc:spChg>
        <pc:spChg chg="add mod ord">
          <ac:chgData name="Renske Weeda" userId="17aa7c63-5c5f-4cad-b40e-083b70f628c6" providerId="ADAL" clId="{A404D68C-6EE3-419F-ADF6-A536F1262E59}" dt="2025-10-29T14:04:33.910" v="1779" actId="1037"/>
          <ac:spMkLst>
            <pc:docMk/>
            <pc:sldMk cId="2586218324" sldId="257"/>
            <ac:spMk id="51" creationId="{EE74B615-3220-6CD4-BF3E-9DF153DB49C5}"/>
          </ac:spMkLst>
        </pc:spChg>
        <pc:spChg chg="add mod ord">
          <ac:chgData name="Renske Weeda" userId="17aa7c63-5c5f-4cad-b40e-083b70f628c6" providerId="ADAL" clId="{A404D68C-6EE3-419F-ADF6-A536F1262E59}" dt="2025-10-29T14:05:00.539" v="1785" actId="1076"/>
          <ac:spMkLst>
            <pc:docMk/>
            <pc:sldMk cId="2586218324" sldId="257"/>
            <ac:spMk id="52" creationId="{19D40258-A16A-4440-A9E6-C78355062516}"/>
          </ac:spMkLst>
        </pc:spChg>
        <pc:spChg chg="add del mod">
          <ac:chgData name="Renske Weeda" userId="17aa7c63-5c5f-4cad-b40e-083b70f628c6" providerId="ADAL" clId="{A404D68C-6EE3-419F-ADF6-A536F1262E59}" dt="2025-10-29T14:13:48.925" v="1812" actId="478"/>
          <ac:spMkLst>
            <pc:docMk/>
            <pc:sldMk cId="2586218324" sldId="257"/>
            <ac:spMk id="53" creationId="{E1ECA799-61D8-B4A7-6216-C97EA14A46A8}"/>
          </ac:spMkLst>
        </pc:spChg>
        <pc:spChg chg="add mod ord">
          <ac:chgData name="Renske Weeda" userId="17aa7c63-5c5f-4cad-b40e-083b70f628c6" providerId="ADAL" clId="{A404D68C-6EE3-419F-ADF6-A536F1262E59}" dt="2025-10-29T14:15:17.538" v="1852" actId="1036"/>
          <ac:spMkLst>
            <pc:docMk/>
            <pc:sldMk cId="2586218324" sldId="257"/>
            <ac:spMk id="54" creationId="{86366ED7-E9DE-E636-71F1-AB7F971FFDF7}"/>
          </ac:spMkLst>
        </pc:spChg>
        <pc:spChg chg="add mod ord">
          <ac:chgData name="Renske Weeda" userId="17aa7c63-5c5f-4cad-b40e-083b70f628c6" providerId="ADAL" clId="{A404D68C-6EE3-419F-ADF6-A536F1262E59}" dt="2025-10-29T14:22:06.742" v="1865" actId="1038"/>
          <ac:spMkLst>
            <pc:docMk/>
            <pc:sldMk cId="2586218324" sldId="257"/>
            <ac:spMk id="55" creationId="{D94819FD-AEBE-DA9E-BC67-8201D2619F93}"/>
          </ac:spMkLst>
        </pc:spChg>
        <pc:spChg chg="add mod ord">
          <ac:chgData name="Renske Weeda" userId="17aa7c63-5c5f-4cad-b40e-083b70f628c6" providerId="ADAL" clId="{A404D68C-6EE3-419F-ADF6-A536F1262E59}" dt="2025-10-29T14:23:17.875" v="1934" actId="1076"/>
          <ac:spMkLst>
            <pc:docMk/>
            <pc:sldMk cId="2586218324" sldId="257"/>
            <ac:spMk id="56" creationId="{9BD28793-35F6-746B-2779-653061D5C362}"/>
          </ac:spMkLst>
        </pc:spChg>
        <pc:spChg chg="add mod ord">
          <ac:chgData name="Renske Weeda" userId="17aa7c63-5c5f-4cad-b40e-083b70f628c6" providerId="ADAL" clId="{A404D68C-6EE3-419F-ADF6-A536F1262E59}" dt="2025-10-29T14:24:48.297" v="1935" actId="1076"/>
          <ac:spMkLst>
            <pc:docMk/>
            <pc:sldMk cId="2586218324" sldId="257"/>
            <ac:spMk id="57" creationId="{1EB4E52E-6A52-88FC-F0A1-255B79FBE15A}"/>
          </ac:spMkLst>
        </pc:spChg>
        <pc:spChg chg="add mod ord">
          <ac:chgData name="Renske Weeda" userId="17aa7c63-5c5f-4cad-b40e-083b70f628c6" providerId="ADAL" clId="{A404D68C-6EE3-419F-ADF6-A536F1262E59}" dt="2025-10-29T14:25:32.231" v="1950" actId="1076"/>
          <ac:spMkLst>
            <pc:docMk/>
            <pc:sldMk cId="2586218324" sldId="257"/>
            <ac:spMk id="58" creationId="{31457AA5-9618-C318-2684-2C9C7423F4E0}"/>
          </ac:spMkLst>
        </pc:spChg>
        <pc:grpChg chg="add mod">
          <ac:chgData name="Renske Weeda" userId="17aa7c63-5c5f-4cad-b40e-083b70f628c6" providerId="ADAL" clId="{A404D68C-6EE3-419F-ADF6-A536F1262E59}" dt="2025-10-29T14:23:15.351" v="1933" actId="14100"/>
          <ac:grpSpMkLst>
            <pc:docMk/>
            <pc:sldMk cId="2586218324" sldId="257"/>
            <ac:grpSpMk id="15" creationId="{FE8F33FB-B591-1EBC-140D-386B99EA6DC1}"/>
          </ac:grpSpMkLst>
        </pc:grpChg>
        <pc:grpChg chg="add mod">
          <ac:chgData name="Renske Weeda" userId="17aa7c63-5c5f-4cad-b40e-083b70f628c6" providerId="ADAL" clId="{A404D68C-6EE3-419F-ADF6-A536F1262E59}" dt="2025-10-29T14:25:02.331" v="1946" actId="1035"/>
          <ac:grpSpMkLst>
            <pc:docMk/>
            <pc:sldMk cId="2586218324" sldId="257"/>
            <ac:grpSpMk id="40" creationId="{A64E3AF2-3BDC-8A96-D3A3-E6FB6F785FDD}"/>
          </ac:grpSpMkLst>
        </pc:grpChg>
        <pc:grpChg chg="add mod">
          <ac:chgData name="Renske Weeda" userId="17aa7c63-5c5f-4cad-b40e-083b70f628c6" providerId="ADAL" clId="{A404D68C-6EE3-419F-ADF6-A536F1262E59}" dt="2025-10-29T14:04:46.394" v="1781" actId="14100"/>
          <ac:grpSpMkLst>
            <pc:docMk/>
            <pc:sldMk cId="2586218324" sldId="257"/>
            <ac:grpSpMk id="47" creationId="{9AA1BABD-8662-71A5-F663-0E5A0AA2631A}"/>
          </ac:grpSpMkLst>
        </pc:grpChg>
        <pc:grpChg chg="add mod">
          <ac:chgData name="Renske Weeda" userId="17aa7c63-5c5f-4cad-b40e-083b70f628c6" providerId="ADAL" clId="{A404D68C-6EE3-419F-ADF6-A536F1262E59}" dt="2025-10-29T14:22:17.239" v="1878" actId="1035"/>
          <ac:grpSpMkLst>
            <pc:docMk/>
            <pc:sldMk cId="2586218324" sldId="257"/>
            <ac:grpSpMk id="48" creationId="{B460F7DF-EA8C-4860-12C7-9859F385B802}"/>
          </ac:grpSpMkLst>
        </pc:grpChg>
        <pc:picChg chg="add del mod ord">
          <ac:chgData name="Renske Weeda" userId="17aa7c63-5c5f-4cad-b40e-083b70f628c6" providerId="ADAL" clId="{A404D68C-6EE3-419F-ADF6-A536F1262E59}" dt="2025-10-29T12:41:14.596" v="928" actId="21"/>
          <ac:picMkLst>
            <pc:docMk/>
            <pc:sldMk cId="2586218324" sldId="257"/>
            <ac:picMk id="2" creationId="{3A9A14ED-C8B6-320B-4287-57E31F174D11}"/>
          </ac:picMkLst>
        </pc:picChg>
        <pc:picChg chg="add del mod">
          <ac:chgData name="Renske Weeda" userId="17aa7c63-5c5f-4cad-b40e-083b70f628c6" providerId="ADAL" clId="{A404D68C-6EE3-419F-ADF6-A536F1262E59}" dt="2025-10-29T12:36:09.711" v="796" actId="21"/>
          <ac:picMkLst>
            <pc:docMk/>
            <pc:sldMk cId="2586218324" sldId="257"/>
            <ac:picMk id="5" creationId="{A02F0A92-5B4B-38BD-0CA1-669A4566CA0F}"/>
          </ac:picMkLst>
        </pc:picChg>
        <pc:picChg chg="add mod">
          <ac:chgData name="Renske Weeda" userId="17aa7c63-5c5f-4cad-b40e-083b70f628c6" providerId="ADAL" clId="{A404D68C-6EE3-419F-ADF6-A536F1262E59}" dt="2025-10-29T12:09:12.475" v="780" actId="164"/>
          <ac:picMkLst>
            <pc:docMk/>
            <pc:sldMk cId="2586218324" sldId="257"/>
            <ac:picMk id="6" creationId="{BC8FBBF8-5871-AC16-BC7B-C20FB35713B3}"/>
          </ac:picMkLst>
        </pc:picChg>
        <pc:picChg chg="add mod">
          <ac:chgData name="Renske Weeda" userId="17aa7c63-5c5f-4cad-b40e-083b70f628c6" providerId="ADAL" clId="{A404D68C-6EE3-419F-ADF6-A536F1262E59}" dt="2025-10-29T12:09:12.475" v="780" actId="164"/>
          <ac:picMkLst>
            <pc:docMk/>
            <pc:sldMk cId="2586218324" sldId="257"/>
            <ac:picMk id="8" creationId="{F1A1A5C8-D79A-7C37-2C16-65D24453759E}"/>
          </ac:picMkLst>
        </pc:picChg>
        <pc:picChg chg="add mod">
          <ac:chgData name="Renske Weeda" userId="17aa7c63-5c5f-4cad-b40e-083b70f628c6" providerId="ADAL" clId="{A404D68C-6EE3-419F-ADF6-A536F1262E59}" dt="2025-10-29T13:14:32.586" v="1297" actId="1035"/>
          <ac:picMkLst>
            <pc:docMk/>
            <pc:sldMk cId="2586218324" sldId="257"/>
            <ac:picMk id="9" creationId="{0798256F-FE8D-BC4D-9FD1-79404EC2D9A3}"/>
          </ac:picMkLst>
        </pc:picChg>
        <pc:picChg chg="add mod">
          <ac:chgData name="Renske Weeda" userId="17aa7c63-5c5f-4cad-b40e-083b70f628c6" providerId="ADAL" clId="{A404D68C-6EE3-419F-ADF6-A536F1262E59}" dt="2025-10-29T13:14:26.364" v="1293" actId="164"/>
          <ac:picMkLst>
            <pc:docMk/>
            <pc:sldMk cId="2586218324" sldId="257"/>
            <ac:picMk id="11" creationId="{DB138184-579C-9E41-C855-0C7EE2FC7A2A}"/>
          </ac:picMkLst>
        </pc:picChg>
        <pc:picChg chg="add mod">
          <ac:chgData name="Renske Weeda" userId="17aa7c63-5c5f-4cad-b40e-083b70f628c6" providerId="ADAL" clId="{A404D68C-6EE3-419F-ADF6-A536F1262E59}" dt="2025-10-29T13:40:54.464" v="1484" actId="1076"/>
          <ac:picMkLst>
            <pc:docMk/>
            <pc:sldMk cId="2586218324" sldId="257"/>
            <ac:picMk id="12" creationId="{763786FC-D10B-CBA4-9F88-58D6F6F9A05F}"/>
          </ac:picMkLst>
        </pc:picChg>
        <pc:picChg chg="add del mod">
          <ac:chgData name="Renske Weeda" userId="17aa7c63-5c5f-4cad-b40e-083b70f628c6" providerId="ADAL" clId="{A404D68C-6EE3-419F-ADF6-A536F1262E59}" dt="2025-10-29T12:35:48.233" v="787" actId="21"/>
          <ac:picMkLst>
            <pc:docMk/>
            <pc:sldMk cId="2586218324" sldId="257"/>
            <ac:picMk id="17" creationId="{C7053305-6D35-A6E3-ACF5-CCD64A29CF04}"/>
          </ac:picMkLst>
        </pc:picChg>
        <pc:picChg chg="add mod">
          <ac:chgData name="Renske Weeda" userId="17aa7c63-5c5f-4cad-b40e-083b70f628c6" providerId="ADAL" clId="{A404D68C-6EE3-419F-ADF6-A536F1262E59}" dt="2025-10-29T13:40:54.464" v="1484" actId="1076"/>
          <ac:picMkLst>
            <pc:docMk/>
            <pc:sldMk cId="2586218324" sldId="257"/>
            <ac:picMk id="18" creationId="{5B01F1DA-E4CC-DD0A-232B-C074CA190F28}"/>
          </ac:picMkLst>
        </pc:picChg>
        <pc:picChg chg="add mod ord modCrop">
          <ac:chgData name="Renske Weeda" userId="17aa7c63-5c5f-4cad-b40e-083b70f628c6" providerId="ADAL" clId="{A404D68C-6EE3-419F-ADF6-A536F1262E59}" dt="2025-10-29T14:14:34.664" v="1833" actId="1038"/>
          <ac:picMkLst>
            <pc:docMk/>
            <pc:sldMk cId="2586218324" sldId="257"/>
            <ac:picMk id="36" creationId="{F9D2EE8C-B373-D916-A09C-E30807EE8770}"/>
          </ac:picMkLst>
        </pc:picChg>
        <pc:picChg chg="add mod modCrop">
          <ac:chgData name="Renske Weeda" userId="17aa7c63-5c5f-4cad-b40e-083b70f628c6" providerId="ADAL" clId="{A404D68C-6EE3-419F-ADF6-A536F1262E59}" dt="2025-10-29T14:15:20.095" v="1854" actId="1036"/>
          <ac:picMkLst>
            <pc:docMk/>
            <pc:sldMk cId="2586218324" sldId="257"/>
            <ac:picMk id="37" creationId="{E9973C6E-FC88-4B43-32BF-B376658D0391}"/>
          </ac:picMkLst>
        </pc:picChg>
        <pc:picChg chg="add mod">
          <ac:chgData name="Renske Weeda" userId="17aa7c63-5c5f-4cad-b40e-083b70f628c6" providerId="ADAL" clId="{A404D68C-6EE3-419F-ADF6-A536F1262E59}" dt="2025-10-29T13:40:54.464" v="1484" actId="1076"/>
          <ac:picMkLst>
            <pc:docMk/>
            <pc:sldMk cId="2586218324" sldId="257"/>
            <ac:picMk id="38" creationId="{42D87214-E762-69C5-2764-13A8502113D6}"/>
          </ac:picMkLst>
        </pc:picChg>
        <pc:picChg chg="add mod">
          <ac:chgData name="Renske Weeda" userId="17aa7c63-5c5f-4cad-b40e-083b70f628c6" providerId="ADAL" clId="{A404D68C-6EE3-419F-ADF6-A536F1262E59}" dt="2025-10-29T13:39:15.507" v="1467" actId="1076"/>
          <ac:picMkLst>
            <pc:docMk/>
            <pc:sldMk cId="2586218324" sldId="257"/>
            <ac:picMk id="46" creationId="{0ED5866B-C886-CB68-79FB-A52F9082B748}"/>
          </ac:picMkLst>
        </pc:picChg>
        <pc:cxnChg chg="add mod">
          <ac:chgData name="Renske Weeda" userId="17aa7c63-5c5f-4cad-b40e-083b70f628c6" providerId="ADAL" clId="{A404D68C-6EE3-419F-ADF6-A536F1262E59}" dt="2025-10-29T13:39:24.101" v="1468" actId="164"/>
          <ac:cxnSpMkLst>
            <pc:docMk/>
            <pc:sldMk cId="2586218324" sldId="257"/>
            <ac:cxnSpMk id="20" creationId="{CE8A858A-CD62-8D63-6566-42CF791BC50F}"/>
          </ac:cxnSpMkLst>
        </pc:cxnChg>
        <pc:cxnChg chg="add mod">
          <ac:chgData name="Renske Weeda" userId="17aa7c63-5c5f-4cad-b40e-083b70f628c6" providerId="ADAL" clId="{A404D68C-6EE3-419F-ADF6-A536F1262E59}" dt="2025-10-29T13:39:24.101" v="1468" actId="164"/>
          <ac:cxnSpMkLst>
            <pc:docMk/>
            <pc:sldMk cId="2586218324" sldId="257"/>
            <ac:cxnSpMk id="21" creationId="{61B682C5-377B-9199-4CFB-A2F93C9D081C}"/>
          </ac:cxnSpMkLst>
        </pc:cxnChg>
        <pc:cxnChg chg="add del mod">
          <ac:chgData name="Renske Weeda" userId="17aa7c63-5c5f-4cad-b40e-083b70f628c6" providerId="ADAL" clId="{A404D68C-6EE3-419F-ADF6-A536F1262E59}" dt="2025-10-29T13:12:24.206" v="1273" actId="478"/>
          <ac:cxnSpMkLst>
            <pc:docMk/>
            <pc:sldMk cId="2586218324" sldId="257"/>
            <ac:cxnSpMk id="27" creationId="{F95C6D0C-A193-87B5-B2FF-F47742792321}"/>
          </ac:cxnSpMkLst>
        </pc:cxnChg>
        <pc:cxnChg chg="add mod">
          <ac:chgData name="Renske Weeda" userId="17aa7c63-5c5f-4cad-b40e-083b70f628c6" providerId="ADAL" clId="{A404D68C-6EE3-419F-ADF6-A536F1262E59}" dt="2025-10-29T13:39:56.218" v="1469" actId="164"/>
          <ac:cxnSpMkLst>
            <pc:docMk/>
            <pc:sldMk cId="2586218324" sldId="257"/>
            <ac:cxnSpMk id="28" creationId="{4B589DA9-C2AD-B049-EC24-024ED5424587}"/>
          </ac:cxnSpMkLst>
        </pc:cxnChg>
      </pc:sldChg>
      <pc:sldChg chg="addSp modSp new mod">
        <pc:chgData name="Renske Weeda" userId="17aa7c63-5c5f-4cad-b40e-083b70f628c6" providerId="ADAL" clId="{A404D68C-6EE3-419F-ADF6-A536F1262E59}" dt="2025-10-29T07:57:53.636" v="514" actId="1076"/>
        <pc:sldMkLst>
          <pc:docMk/>
          <pc:sldMk cId="65209448" sldId="258"/>
        </pc:sldMkLst>
        <pc:picChg chg="add mod">
          <ac:chgData name="Renske Weeda" userId="17aa7c63-5c5f-4cad-b40e-083b70f628c6" providerId="ADAL" clId="{A404D68C-6EE3-419F-ADF6-A536F1262E59}" dt="2025-10-29T07:53:22.679" v="510" actId="1076"/>
          <ac:picMkLst>
            <pc:docMk/>
            <pc:sldMk cId="65209448" sldId="258"/>
            <ac:picMk id="3" creationId="{C6A1E6C9-AF1C-854D-4D9E-4D987E7CF479}"/>
          </ac:picMkLst>
        </pc:picChg>
        <pc:picChg chg="add mod">
          <ac:chgData name="Renske Weeda" userId="17aa7c63-5c5f-4cad-b40e-083b70f628c6" providerId="ADAL" clId="{A404D68C-6EE3-419F-ADF6-A536F1262E59}" dt="2025-10-29T07:54:30.119" v="512" actId="1076"/>
          <ac:picMkLst>
            <pc:docMk/>
            <pc:sldMk cId="65209448" sldId="258"/>
            <ac:picMk id="5" creationId="{E378E192-290B-C805-C631-90B1523FD891}"/>
          </ac:picMkLst>
        </pc:picChg>
        <pc:picChg chg="add mod">
          <ac:chgData name="Renske Weeda" userId="17aa7c63-5c5f-4cad-b40e-083b70f628c6" providerId="ADAL" clId="{A404D68C-6EE3-419F-ADF6-A536F1262E59}" dt="2025-10-29T07:57:53.636" v="514" actId="1076"/>
          <ac:picMkLst>
            <pc:docMk/>
            <pc:sldMk cId="65209448" sldId="258"/>
            <ac:picMk id="7" creationId="{233C2E27-F9BB-909C-43A6-8FCD75B6EE07}"/>
          </ac:picMkLst>
        </pc:picChg>
      </pc:sldChg>
      <pc:sldChg chg="addSp modSp new mod">
        <pc:chgData name="Renske Weeda" userId="17aa7c63-5c5f-4cad-b40e-083b70f628c6" providerId="ADAL" clId="{A404D68C-6EE3-419F-ADF6-A536F1262E59}" dt="2025-10-29T12:35:54.483" v="790" actId="1076"/>
        <pc:sldMkLst>
          <pc:docMk/>
          <pc:sldMk cId="680395981" sldId="259"/>
        </pc:sldMkLst>
        <pc:spChg chg="add">
          <ac:chgData name="Renske Weeda" userId="17aa7c63-5c5f-4cad-b40e-083b70f628c6" providerId="ADAL" clId="{A404D68C-6EE3-419F-ADF6-A536F1262E59}" dt="2025-10-29T12:35:40.777" v="785"/>
          <ac:spMkLst>
            <pc:docMk/>
            <pc:sldMk cId="680395981" sldId="259"/>
            <ac:spMk id="2" creationId="{6CA7E9EB-D28A-A733-C3F6-924488A99AC4}"/>
          </ac:spMkLst>
        </pc:spChg>
        <pc:picChg chg="add mod">
          <ac:chgData name="Renske Weeda" userId="17aa7c63-5c5f-4cad-b40e-083b70f628c6" providerId="ADAL" clId="{A404D68C-6EE3-419F-ADF6-A536F1262E59}" dt="2025-10-29T12:35:54.483" v="790" actId="1076"/>
          <ac:picMkLst>
            <pc:docMk/>
            <pc:sldMk cId="680395981" sldId="259"/>
            <ac:picMk id="3" creationId="{7B8FF728-C5CA-C8FD-524B-03DC61A3DB0F}"/>
          </ac:picMkLst>
        </pc:picChg>
        <pc:picChg chg="add">
          <ac:chgData name="Renske Weeda" userId="17aa7c63-5c5f-4cad-b40e-083b70f628c6" providerId="ADAL" clId="{A404D68C-6EE3-419F-ADF6-A536F1262E59}" dt="2025-10-29T12:35:52.796" v="789"/>
          <ac:picMkLst>
            <pc:docMk/>
            <pc:sldMk cId="680395981" sldId="259"/>
            <ac:picMk id="4" creationId="{42BABA99-8A2A-A876-CC8F-2389D28314A1}"/>
          </ac:picMkLst>
        </pc:picChg>
      </pc:sldChg>
      <pc:sldChg chg="addSp modSp new mod">
        <pc:chgData name="Renske Weeda" userId="17aa7c63-5c5f-4cad-b40e-083b70f628c6" providerId="ADAL" clId="{A404D68C-6EE3-419F-ADF6-A536F1262E59}" dt="2025-10-29T13:12:12.835" v="1271" actId="403"/>
        <pc:sldMkLst>
          <pc:docMk/>
          <pc:sldMk cId="1744710340" sldId="260"/>
        </pc:sldMkLst>
        <pc:spChg chg="add mod">
          <ac:chgData name="Renske Weeda" userId="17aa7c63-5c5f-4cad-b40e-083b70f628c6" providerId="ADAL" clId="{A404D68C-6EE3-419F-ADF6-A536F1262E59}" dt="2025-10-29T12:41:16.228" v="929"/>
          <ac:spMkLst>
            <pc:docMk/>
            <pc:sldMk cId="1744710340" sldId="260"/>
            <ac:spMk id="3" creationId="{8B2F4CA5-239D-DFB4-7C97-F1F924543BEF}"/>
          </ac:spMkLst>
        </pc:spChg>
        <pc:spChg chg="add mod">
          <ac:chgData name="Renske Weeda" userId="17aa7c63-5c5f-4cad-b40e-083b70f628c6" providerId="ADAL" clId="{A404D68C-6EE3-419F-ADF6-A536F1262E59}" dt="2025-10-29T12:44:11.362" v="949" actId="1076"/>
          <ac:spMkLst>
            <pc:docMk/>
            <pc:sldMk cId="1744710340" sldId="260"/>
            <ac:spMk id="4" creationId="{9204729F-5255-7D75-A0B2-608CDEA6D2CF}"/>
          </ac:spMkLst>
        </pc:spChg>
        <pc:spChg chg="add mod">
          <ac:chgData name="Renske Weeda" userId="17aa7c63-5c5f-4cad-b40e-083b70f628c6" providerId="ADAL" clId="{A404D68C-6EE3-419F-ADF6-A536F1262E59}" dt="2025-10-29T12:43:18.716" v="937" actId="692"/>
          <ac:spMkLst>
            <pc:docMk/>
            <pc:sldMk cId="1744710340" sldId="260"/>
            <ac:spMk id="6" creationId="{33DDEB40-B6AB-FC0E-F6E8-C0EED3F7B391}"/>
          </ac:spMkLst>
        </pc:spChg>
        <pc:spChg chg="add mod">
          <ac:chgData name="Renske Weeda" userId="17aa7c63-5c5f-4cad-b40e-083b70f628c6" providerId="ADAL" clId="{A404D68C-6EE3-419F-ADF6-A536F1262E59}" dt="2025-10-29T12:41:16.228" v="929"/>
          <ac:spMkLst>
            <pc:docMk/>
            <pc:sldMk cId="1744710340" sldId="260"/>
            <ac:spMk id="13" creationId="{23AB9C7B-5C31-1E99-E28D-2FCCCD207E7B}"/>
          </ac:spMkLst>
        </pc:spChg>
        <pc:spChg chg="add">
          <ac:chgData name="Renske Weeda" userId="17aa7c63-5c5f-4cad-b40e-083b70f628c6" providerId="ADAL" clId="{A404D68C-6EE3-419F-ADF6-A536F1262E59}" dt="2025-10-29T12:46:51.946" v="1228"/>
          <ac:spMkLst>
            <pc:docMk/>
            <pc:sldMk cId="1744710340" sldId="260"/>
            <ac:spMk id="15" creationId="{58A8B07A-C046-DE2E-504A-F8E0B2F23B8D}"/>
          </ac:spMkLst>
        </pc:spChg>
        <pc:spChg chg="add">
          <ac:chgData name="Renske Weeda" userId="17aa7c63-5c5f-4cad-b40e-083b70f628c6" providerId="ADAL" clId="{A404D68C-6EE3-419F-ADF6-A536F1262E59}" dt="2025-10-29T13:11:53.359" v="1262"/>
          <ac:spMkLst>
            <pc:docMk/>
            <pc:sldMk cId="1744710340" sldId="260"/>
            <ac:spMk id="18" creationId="{0ACEE900-7661-EF44-F22D-9ECE232ADBAA}"/>
          </ac:spMkLst>
        </pc:spChg>
        <pc:spChg chg="add mod">
          <ac:chgData name="Renske Weeda" userId="17aa7c63-5c5f-4cad-b40e-083b70f628c6" providerId="ADAL" clId="{A404D68C-6EE3-419F-ADF6-A536F1262E59}" dt="2025-10-29T13:12:12.835" v="1271" actId="403"/>
          <ac:spMkLst>
            <pc:docMk/>
            <pc:sldMk cId="1744710340" sldId="260"/>
            <ac:spMk id="35" creationId="{A5F0C6C8-FD1A-439F-8C8B-85BB5610B7A4}"/>
          </ac:spMkLst>
        </pc:spChg>
        <pc:picChg chg="add mod">
          <ac:chgData name="Renske Weeda" userId="17aa7c63-5c5f-4cad-b40e-083b70f628c6" providerId="ADAL" clId="{A404D68C-6EE3-419F-ADF6-A536F1262E59}" dt="2025-10-29T12:41:16.228" v="929"/>
          <ac:picMkLst>
            <pc:docMk/>
            <pc:sldMk cId="1744710340" sldId="260"/>
            <ac:picMk id="2" creationId="{3A9A14ED-C8B6-320B-4287-57E31F174D11}"/>
          </ac:picMkLst>
        </pc:picChg>
        <pc:picChg chg="add mod">
          <ac:chgData name="Renske Weeda" userId="17aa7c63-5c5f-4cad-b40e-083b70f628c6" providerId="ADAL" clId="{A404D68C-6EE3-419F-ADF6-A536F1262E59}" dt="2025-10-29T12:36:15.326" v="798"/>
          <ac:picMkLst>
            <pc:docMk/>
            <pc:sldMk cId="1744710340" sldId="260"/>
            <ac:picMk id="5" creationId="{A02F0A92-5B4B-38BD-0CA1-669A4566CA0F}"/>
          </ac:picMkLst>
        </pc:picChg>
        <pc:picChg chg="add mod">
          <ac:chgData name="Renske Weeda" userId="17aa7c63-5c5f-4cad-b40e-083b70f628c6" providerId="ADAL" clId="{A404D68C-6EE3-419F-ADF6-A536F1262E59}" dt="2025-10-29T12:46:59.396" v="1231" actId="1076"/>
          <ac:picMkLst>
            <pc:docMk/>
            <pc:sldMk cId="1744710340" sldId="260"/>
            <ac:picMk id="16" creationId="{3D0AB3A7-7A49-3391-0593-7FF1C8F042A6}"/>
          </ac:picMkLst>
        </pc:picChg>
        <pc:picChg chg="add mod">
          <ac:chgData name="Renske Weeda" userId="17aa7c63-5c5f-4cad-b40e-083b70f628c6" providerId="ADAL" clId="{A404D68C-6EE3-419F-ADF6-A536F1262E59}" dt="2025-10-29T12:48:37.162" v="1257" actId="1076"/>
          <ac:picMkLst>
            <pc:docMk/>
            <pc:sldMk cId="1744710340" sldId="260"/>
            <ac:picMk id="17" creationId="{BD313EF1-4A6F-40EB-134B-845CCC8BB7C1}"/>
          </ac:picMkLst>
        </pc:picChg>
        <pc:picChg chg="add mod">
          <ac:chgData name="Renske Weeda" userId="17aa7c63-5c5f-4cad-b40e-083b70f628c6" providerId="ADAL" clId="{A404D68C-6EE3-419F-ADF6-A536F1262E59}" dt="2025-10-29T13:12:05.162" v="1267" actId="1076"/>
          <ac:picMkLst>
            <pc:docMk/>
            <pc:sldMk cId="1744710340" sldId="260"/>
            <ac:picMk id="19" creationId="{E8E89873-FB0A-3BDC-78CE-BED81370A947}"/>
          </ac:picMkLst>
        </pc:picChg>
        <pc:cxnChg chg="add mod">
          <ac:chgData name="Renske Weeda" userId="17aa7c63-5c5f-4cad-b40e-083b70f628c6" providerId="ADAL" clId="{A404D68C-6EE3-419F-ADF6-A536F1262E59}" dt="2025-10-29T12:44:11.362" v="949" actId="1076"/>
          <ac:cxnSpMkLst>
            <pc:docMk/>
            <pc:sldMk cId="1744710340" sldId="260"/>
            <ac:cxnSpMk id="8" creationId="{0E2ABACF-7BAC-38CC-EFD9-E907E86A19D7}"/>
          </ac:cxnSpMkLst>
        </pc:cxnChg>
        <pc:cxnChg chg="add mod">
          <ac:chgData name="Renske Weeda" userId="17aa7c63-5c5f-4cad-b40e-083b70f628c6" providerId="ADAL" clId="{A404D68C-6EE3-419F-ADF6-A536F1262E59}" dt="2025-10-29T12:44:11.362" v="949" actId="1076"/>
          <ac:cxnSpMkLst>
            <pc:docMk/>
            <pc:sldMk cId="1744710340" sldId="260"/>
            <ac:cxnSpMk id="11" creationId="{2AF5782D-76CB-2BD1-EC6A-D3EED8485751}"/>
          </ac:cxnSpMkLst>
        </pc:cxnChg>
      </pc:sldChg>
      <pc:sldChg chg="add">
        <pc:chgData name="Renske Weeda" userId="17aa7c63-5c5f-4cad-b40e-083b70f628c6" providerId="ADAL" clId="{A404D68C-6EE3-419F-ADF6-A536F1262E59}" dt="2025-10-29T12:38:50.814" v="812" actId="2890"/>
        <pc:sldMkLst>
          <pc:docMk/>
          <pc:sldMk cId="1196963027" sldId="261"/>
        </pc:sldMkLst>
      </pc:sldChg>
      <pc:sldChg chg="addSp delSp modSp add mod">
        <pc:chgData name="Renske Weeda" userId="17aa7c63-5c5f-4cad-b40e-083b70f628c6" providerId="ADAL" clId="{A404D68C-6EE3-419F-ADF6-A536F1262E59}" dt="2025-10-29T13:39:00.443" v="1464"/>
        <pc:sldMkLst>
          <pc:docMk/>
          <pc:sldMk cId="1089715804" sldId="262"/>
        </pc:sldMkLst>
        <pc:spChg chg="mod">
          <ac:chgData name="Renske Weeda" userId="17aa7c63-5c5f-4cad-b40e-083b70f628c6" providerId="ADAL" clId="{A404D68C-6EE3-419F-ADF6-A536F1262E59}" dt="2025-10-29T13:26:54.218" v="1452" actId="1076"/>
          <ac:spMkLst>
            <pc:docMk/>
            <pc:sldMk cId="1089715804" sldId="262"/>
            <ac:spMk id="2" creationId="{6D5C315B-88B5-683F-F685-1E3FCC64C404}"/>
          </ac:spMkLst>
        </pc:spChg>
        <pc:spChg chg="mod">
          <ac:chgData name="Renske Weeda" userId="17aa7c63-5c5f-4cad-b40e-083b70f628c6" providerId="ADAL" clId="{A404D68C-6EE3-419F-ADF6-A536F1262E59}" dt="2025-10-29T13:25:03.202" v="1353" actId="14100"/>
          <ac:spMkLst>
            <pc:docMk/>
            <pc:sldMk cId="1089715804" sldId="262"/>
            <ac:spMk id="4" creationId="{054E4E1B-E42E-2C03-0A5C-90F48EE8A12C}"/>
          </ac:spMkLst>
        </pc:spChg>
        <pc:spChg chg="add mod">
          <ac:chgData name="Renske Weeda" userId="17aa7c63-5c5f-4cad-b40e-083b70f628c6" providerId="ADAL" clId="{A404D68C-6EE3-419F-ADF6-A536F1262E59}" dt="2025-10-29T13:23:52.879" v="1338"/>
          <ac:spMkLst>
            <pc:docMk/>
            <pc:sldMk cId="1089715804" sldId="262"/>
            <ac:spMk id="11" creationId="{2997B5F0-AF97-BCDA-BE32-647AF2A19447}"/>
          </ac:spMkLst>
        </pc:spChg>
        <pc:spChg chg="add mod">
          <ac:chgData name="Renske Weeda" userId="17aa7c63-5c5f-4cad-b40e-083b70f628c6" providerId="ADAL" clId="{A404D68C-6EE3-419F-ADF6-A536F1262E59}" dt="2025-10-29T13:39:00.443" v="1464"/>
          <ac:spMkLst>
            <pc:docMk/>
            <pc:sldMk cId="1089715804" sldId="262"/>
            <ac:spMk id="17" creationId="{5C715C89-A8E6-2002-A4AF-F4ADECBA7C9B}"/>
          </ac:spMkLst>
        </pc:spChg>
        <pc:grpChg chg="add mod">
          <ac:chgData name="Renske Weeda" userId="17aa7c63-5c5f-4cad-b40e-083b70f628c6" providerId="ADAL" clId="{A404D68C-6EE3-419F-ADF6-A536F1262E59}" dt="2025-10-29T13:16:44.977" v="1330" actId="164"/>
          <ac:grpSpMkLst>
            <pc:docMk/>
            <pc:sldMk cId="1089715804" sldId="262"/>
            <ac:grpSpMk id="8" creationId="{A4935DA7-C55E-BF09-B507-B6C1568CE44C}"/>
          </ac:grpSpMkLst>
        </pc:grpChg>
        <pc:grpChg chg="add mod">
          <ac:chgData name="Renske Weeda" userId="17aa7c63-5c5f-4cad-b40e-083b70f628c6" providerId="ADAL" clId="{A404D68C-6EE3-419F-ADF6-A536F1262E59}" dt="2025-10-29T13:16:43.931" v="1329" actId="164"/>
          <ac:grpSpMkLst>
            <pc:docMk/>
            <pc:sldMk cId="1089715804" sldId="262"/>
            <ac:grpSpMk id="9" creationId="{4D79E673-3F12-5B2A-13E2-7642DCA8B9FD}"/>
          </ac:grpSpMkLst>
        </pc:grpChg>
        <pc:picChg chg="mod">
          <ac:chgData name="Renske Weeda" userId="17aa7c63-5c5f-4cad-b40e-083b70f628c6" providerId="ADAL" clId="{A404D68C-6EE3-419F-ADF6-A536F1262E59}" dt="2025-10-29T13:26:54.218" v="1452" actId="1076"/>
          <ac:picMkLst>
            <pc:docMk/>
            <pc:sldMk cId="1089715804" sldId="262"/>
            <ac:picMk id="3" creationId="{087440B9-0A69-73B7-E67B-91E323E82872}"/>
          </ac:picMkLst>
        </pc:picChg>
        <pc:picChg chg="add mod">
          <ac:chgData name="Renske Weeda" userId="17aa7c63-5c5f-4cad-b40e-083b70f628c6" providerId="ADAL" clId="{A404D68C-6EE3-419F-ADF6-A536F1262E59}" dt="2025-10-29T13:25:12.924" v="1388" actId="1035"/>
          <ac:picMkLst>
            <pc:docMk/>
            <pc:sldMk cId="1089715804" sldId="262"/>
            <ac:picMk id="5" creationId="{481836BA-7B81-5FD8-46E9-2928D6437B8B}"/>
          </ac:picMkLst>
        </pc:picChg>
        <pc:picChg chg="add mod">
          <ac:chgData name="Renske Weeda" userId="17aa7c63-5c5f-4cad-b40e-083b70f628c6" providerId="ADAL" clId="{A404D68C-6EE3-419F-ADF6-A536F1262E59}" dt="2025-10-29T13:25:12.924" v="1388" actId="1035"/>
          <ac:picMkLst>
            <pc:docMk/>
            <pc:sldMk cId="1089715804" sldId="262"/>
            <ac:picMk id="6" creationId="{986F8C41-CCFA-8353-8D44-1D2B607C11A7}"/>
          </ac:picMkLst>
        </pc:picChg>
        <pc:picChg chg="del mod">
          <ac:chgData name="Renske Weeda" userId="17aa7c63-5c5f-4cad-b40e-083b70f628c6" providerId="ADAL" clId="{A404D68C-6EE3-419F-ADF6-A536F1262E59}" dt="2025-10-29T13:25:55.351" v="1443" actId="478"/>
          <ac:picMkLst>
            <pc:docMk/>
            <pc:sldMk cId="1089715804" sldId="262"/>
            <ac:picMk id="7" creationId="{F4548219-7CAC-C03F-2793-1DD0B55E0EB7}"/>
          </ac:picMkLst>
        </pc:picChg>
        <pc:picChg chg="add mod">
          <ac:chgData name="Renske Weeda" userId="17aa7c63-5c5f-4cad-b40e-083b70f628c6" providerId="ADAL" clId="{A404D68C-6EE3-419F-ADF6-A536F1262E59}" dt="2025-10-29T13:23:52.879" v="1338"/>
          <ac:picMkLst>
            <pc:docMk/>
            <pc:sldMk cId="1089715804" sldId="262"/>
            <ac:picMk id="10" creationId="{13B1A2A7-DA75-83DE-C903-6D04B99FA169}"/>
          </ac:picMkLst>
        </pc:picChg>
        <pc:picChg chg="add mod">
          <ac:chgData name="Renske Weeda" userId="17aa7c63-5c5f-4cad-b40e-083b70f628c6" providerId="ADAL" clId="{A404D68C-6EE3-419F-ADF6-A536F1262E59}" dt="2025-10-29T13:23:52.879" v="1338"/>
          <ac:picMkLst>
            <pc:docMk/>
            <pc:sldMk cId="1089715804" sldId="262"/>
            <ac:picMk id="12" creationId="{0719BB6F-E8E1-39CE-E188-19EB1CE1F0F9}"/>
          </ac:picMkLst>
        </pc:picChg>
        <pc:picChg chg="add mod">
          <ac:chgData name="Renske Weeda" userId="17aa7c63-5c5f-4cad-b40e-083b70f628c6" providerId="ADAL" clId="{A404D68C-6EE3-419F-ADF6-A536F1262E59}" dt="2025-10-29T13:24:22.050" v="1345"/>
          <ac:picMkLst>
            <pc:docMk/>
            <pc:sldMk cId="1089715804" sldId="262"/>
            <ac:picMk id="13" creationId="{D86507FB-B12A-30E1-99B5-966CB0017827}"/>
          </ac:picMkLst>
        </pc:picChg>
        <pc:picChg chg="add mod ord">
          <ac:chgData name="Renske Weeda" userId="17aa7c63-5c5f-4cad-b40e-083b70f628c6" providerId="ADAL" clId="{A404D68C-6EE3-419F-ADF6-A536F1262E59}" dt="2025-10-29T13:27:00.096" v="1454" actId="1076"/>
          <ac:picMkLst>
            <pc:docMk/>
            <pc:sldMk cId="1089715804" sldId="262"/>
            <ac:picMk id="14" creationId="{B416E5CB-E149-AC63-7F31-89733464A431}"/>
          </ac:picMkLst>
        </pc:picChg>
        <pc:picChg chg="add mod ord">
          <ac:chgData name="Renske Weeda" userId="17aa7c63-5c5f-4cad-b40e-083b70f628c6" providerId="ADAL" clId="{A404D68C-6EE3-419F-ADF6-A536F1262E59}" dt="2025-10-29T13:26:07.756" v="1450" actId="1036"/>
          <ac:picMkLst>
            <pc:docMk/>
            <pc:sldMk cId="1089715804" sldId="262"/>
            <ac:picMk id="15" creationId="{031693C8-A04F-1998-F3B8-C82EDB18ED3A}"/>
          </ac:picMkLst>
        </pc:picChg>
        <pc:picChg chg="add mod">
          <ac:chgData name="Renske Weeda" userId="17aa7c63-5c5f-4cad-b40e-083b70f628c6" providerId="ADAL" clId="{A404D68C-6EE3-419F-ADF6-A536F1262E59}" dt="2025-10-29T13:39:00.443" v="1464"/>
          <ac:picMkLst>
            <pc:docMk/>
            <pc:sldMk cId="1089715804" sldId="262"/>
            <ac:picMk id="16" creationId="{A50DD89A-D790-8F5C-F9FA-5BDABB4A00E9}"/>
          </ac:picMkLst>
        </pc:picChg>
        <pc:picChg chg="add mod">
          <ac:chgData name="Renske Weeda" userId="17aa7c63-5c5f-4cad-b40e-083b70f628c6" providerId="ADAL" clId="{A404D68C-6EE3-419F-ADF6-A536F1262E59}" dt="2025-10-29T13:39:00.443" v="1464"/>
          <ac:picMkLst>
            <pc:docMk/>
            <pc:sldMk cId="1089715804" sldId="262"/>
            <ac:picMk id="18" creationId="{C5FFB26A-F8AD-4323-F338-4ED7BA0F735F}"/>
          </ac:picMkLst>
        </pc:picChg>
      </pc:sldChg>
      <pc:sldChg chg="addSp delSp modSp add mod">
        <pc:chgData name="Renske Weeda" userId="17aa7c63-5c5f-4cad-b40e-083b70f628c6" providerId="ADAL" clId="{A404D68C-6EE3-419F-ADF6-A536F1262E59}" dt="2025-10-29T13:41:56.196" v="1684" actId="1036"/>
        <pc:sldMkLst>
          <pc:docMk/>
          <pc:sldMk cId="3777167289" sldId="263"/>
        </pc:sldMkLst>
        <pc:picChg chg="del">
          <ac:chgData name="Renske Weeda" userId="17aa7c63-5c5f-4cad-b40e-083b70f628c6" providerId="ADAL" clId="{A404D68C-6EE3-419F-ADF6-A536F1262E59}" dt="2025-10-29T13:41:09.597" v="1486" actId="478"/>
          <ac:picMkLst>
            <pc:docMk/>
            <pc:sldMk cId="3777167289" sldId="263"/>
            <ac:picMk id="5" creationId="{1FF6A502-1170-8FE4-C1B8-82D6030790F7}"/>
          </ac:picMkLst>
        </pc:picChg>
        <pc:picChg chg="del">
          <ac:chgData name="Renske Weeda" userId="17aa7c63-5c5f-4cad-b40e-083b70f628c6" providerId="ADAL" clId="{A404D68C-6EE3-419F-ADF6-A536F1262E59}" dt="2025-10-29T13:41:10.929" v="1487" actId="478"/>
          <ac:picMkLst>
            <pc:docMk/>
            <pc:sldMk cId="3777167289" sldId="263"/>
            <ac:picMk id="6" creationId="{C14D7877-004A-FA95-CF52-B54A4CA1BCC0}"/>
          </ac:picMkLst>
        </pc:picChg>
        <pc:picChg chg="add mod">
          <ac:chgData name="Renske Weeda" userId="17aa7c63-5c5f-4cad-b40e-083b70f628c6" providerId="ADAL" clId="{A404D68C-6EE3-419F-ADF6-A536F1262E59}" dt="2025-10-29T13:41:33.882" v="1574" actId="1037"/>
          <ac:picMkLst>
            <pc:docMk/>
            <pc:sldMk cId="3777167289" sldId="263"/>
            <ac:picMk id="7" creationId="{7E11FA18-6FF5-6FB7-2E1B-AC366DBA61E9}"/>
          </ac:picMkLst>
        </pc:picChg>
        <pc:picChg chg="add del mod">
          <ac:chgData name="Renske Weeda" userId="17aa7c63-5c5f-4cad-b40e-083b70f628c6" providerId="ADAL" clId="{A404D68C-6EE3-419F-ADF6-A536F1262E59}" dt="2025-10-29T13:41:44.482" v="1586" actId="478"/>
          <ac:picMkLst>
            <pc:docMk/>
            <pc:sldMk cId="3777167289" sldId="263"/>
            <ac:picMk id="8" creationId="{29D51067-D35E-80E8-8BAA-9280B1B6B49B}"/>
          </ac:picMkLst>
        </pc:picChg>
        <pc:picChg chg="add mod">
          <ac:chgData name="Renske Weeda" userId="17aa7c63-5c5f-4cad-b40e-083b70f628c6" providerId="ADAL" clId="{A404D68C-6EE3-419F-ADF6-A536F1262E59}" dt="2025-10-29T13:41:56.196" v="1684" actId="1036"/>
          <ac:picMkLst>
            <pc:docMk/>
            <pc:sldMk cId="3777167289" sldId="263"/>
            <ac:picMk id="9" creationId="{200DC6D7-76C6-97E6-AFBF-551847D25707}"/>
          </ac:picMkLst>
        </pc:picChg>
        <pc:picChg chg="del">
          <ac:chgData name="Renske Weeda" userId="17aa7c63-5c5f-4cad-b40e-083b70f628c6" providerId="ADAL" clId="{A404D68C-6EE3-419F-ADF6-A536F1262E59}" dt="2025-10-29T13:41:11.991" v="1488" actId="478"/>
          <ac:picMkLst>
            <pc:docMk/>
            <pc:sldMk cId="3777167289" sldId="263"/>
            <ac:picMk id="14" creationId="{5257284E-8111-D040-CB4A-FA73CAF988A6}"/>
          </ac:picMkLst>
        </pc:picChg>
      </pc:sldChg>
      <pc:sldChg chg="addSp modSp add del mod">
        <pc:chgData name="Renske Weeda" userId="17aa7c63-5c5f-4cad-b40e-083b70f628c6" providerId="ADAL" clId="{A404D68C-6EE3-419F-ADF6-A536F1262E59}" dt="2025-10-29T13:39:05.347" v="1465" actId="47"/>
        <pc:sldMkLst>
          <pc:docMk/>
          <pc:sldMk cId="4280593735" sldId="263"/>
        </pc:sldMkLst>
        <pc:picChg chg="add mod">
          <ac:chgData name="Renske Weeda" userId="17aa7c63-5c5f-4cad-b40e-083b70f628c6" providerId="ADAL" clId="{A404D68C-6EE3-419F-ADF6-A536F1262E59}" dt="2025-10-29T13:36:34.944" v="1463" actId="1035"/>
          <ac:picMkLst>
            <pc:docMk/>
            <pc:sldMk cId="4280593735" sldId="263"/>
            <ac:picMk id="5" creationId="{A84CD454-D11D-F10A-FC84-CE040251A765}"/>
          </ac:picMkLst>
        </pc:picChg>
        <pc:picChg chg="add mod">
          <ac:chgData name="Renske Weeda" userId="17aa7c63-5c5f-4cad-b40e-083b70f628c6" providerId="ADAL" clId="{A404D68C-6EE3-419F-ADF6-A536F1262E59}" dt="2025-10-29T13:16:15.420" v="1321" actId="1076"/>
          <ac:picMkLst>
            <pc:docMk/>
            <pc:sldMk cId="4280593735" sldId="263"/>
            <ac:picMk id="6" creationId="{4B6E48FD-28AF-DFE4-17E7-68940935E7C7}"/>
          </ac:picMkLst>
        </pc:picChg>
      </pc:sldChg>
      <pc:sldChg chg="add del">
        <pc:chgData name="Renske Weeda" userId="17aa7c63-5c5f-4cad-b40e-083b70f628c6" providerId="ADAL" clId="{A404D68C-6EE3-419F-ADF6-A536F1262E59}" dt="2025-10-29T13:39:05.347" v="1465" actId="47"/>
        <pc:sldMkLst>
          <pc:docMk/>
          <pc:sldMk cId="1596836371" sldId="264"/>
        </pc:sldMkLst>
      </pc:sldChg>
      <pc:sldChg chg="add del">
        <pc:chgData name="Renske Weeda" userId="17aa7c63-5c5f-4cad-b40e-083b70f628c6" providerId="ADAL" clId="{A404D68C-6EE3-419F-ADF6-A536F1262E59}" dt="2025-10-29T13:39:05.347" v="1465" actId="47"/>
        <pc:sldMkLst>
          <pc:docMk/>
          <pc:sldMk cId="66005040" sldId="265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E099201-17F9-D601-3E10-E67E3709D5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3" name="Ondertitel 2">
            <a:extLst>
              <a:ext uri="{FF2B5EF4-FFF2-40B4-BE49-F238E27FC236}">
                <a16:creationId xmlns:a16="http://schemas.microsoft.com/office/drawing/2014/main" id="{63A4B603-1CB1-5073-941A-13DE5585AE0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/>
              <a:t>Klikken om de ondertitelstijl van het model te bewerken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DBD43275-CAED-0530-5126-35935231AC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49F678-2098-4F6E-8F6A-385FC16791A1}" type="datetimeFigureOut">
              <a:rPr lang="nl-NL" smtClean="0"/>
              <a:t>29-10-2025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89D57B4F-FD55-0E75-241B-3AD671E4B8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0A07D470-6F58-5E1E-E698-0D81A4FD09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1968DF-D49A-4515-A08E-7B8E49ED4AB2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9313438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B569A44-CEF0-A240-E342-1DB46DFB78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7C88DBFD-22DF-AA21-9158-22E76E236B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109A9CDD-1E8D-E915-1A7B-903F426214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49F678-2098-4F6E-8F6A-385FC16791A1}" type="datetimeFigureOut">
              <a:rPr lang="nl-NL" smtClean="0"/>
              <a:t>29-10-2025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FA14AB61-F377-32DF-0557-E40A1BDCA8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F2FB3B8D-44EC-0F77-3299-2B97687A64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1968DF-D49A-4515-A08E-7B8E49ED4AB2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889652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ek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30EA570-2FDB-5C7C-6224-CCB1B9AE0F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8408684B-5DAC-28A9-FBF5-82D51926B6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437409BF-6EFE-E91C-84BD-99BBD9EA07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49F678-2098-4F6E-8F6A-385FC16791A1}" type="datetimeFigureOut">
              <a:rPr lang="nl-NL" smtClean="0"/>
              <a:t>29-10-2025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68F2CB6A-C1E0-A3A2-4D80-B9B259733E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FF0B39BE-0AC1-D983-6902-05DB56B71E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1968DF-D49A-4515-A08E-7B8E49ED4AB2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8233866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nhoud van tw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A09BB1D-7BED-5954-4EA2-87971BDED9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2484D151-8D95-C5FF-8DA9-B7CA4ECBC2D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885B14E1-69FA-4D48-AA9D-06B98C8A7E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ED99670A-763A-16E3-A20B-AD35D180A2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49F678-2098-4F6E-8F6A-385FC16791A1}" type="datetimeFigureOut">
              <a:rPr lang="nl-NL" smtClean="0"/>
              <a:t>29-10-2025</a:t>
            </a:fld>
            <a:endParaRPr lang="nl-NL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85E0B22D-F369-470B-734C-4C9B318A16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96968461-C769-22FC-0F47-14EA9450AC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1968DF-D49A-4515-A08E-7B8E49ED4AB2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3750669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elijk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92DF3AA-ADDE-6929-201E-AED26A49B6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F1837482-7108-56F6-EC53-DB984BE4E2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4" name="Tijdelijke aanduiding voor inhoud 3">
            <a:extLst>
              <a:ext uri="{FF2B5EF4-FFF2-40B4-BE49-F238E27FC236}">
                <a16:creationId xmlns:a16="http://schemas.microsoft.com/office/drawing/2014/main" id="{BFC2000A-BC0F-CEF5-6A14-60EEADF531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5" name="Tijdelijke aanduiding voor tekst 4">
            <a:extLst>
              <a:ext uri="{FF2B5EF4-FFF2-40B4-BE49-F238E27FC236}">
                <a16:creationId xmlns:a16="http://schemas.microsoft.com/office/drawing/2014/main" id="{EBA05A76-199D-1294-A706-0AA496FFE04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6" name="Tijdelijke aanduiding voor inhoud 5">
            <a:extLst>
              <a:ext uri="{FF2B5EF4-FFF2-40B4-BE49-F238E27FC236}">
                <a16:creationId xmlns:a16="http://schemas.microsoft.com/office/drawing/2014/main" id="{E1993609-3B58-8E19-114F-049B6644123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7" name="Tijdelijke aanduiding voor datum 6">
            <a:extLst>
              <a:ext uri="{FF2B5EF4-FFF2-40B4-BE49-F238E27FC236}">
                <a16:creationId xmlns:a16="http://schemas.microsoft.com/office/drawing/2014/main" id="{C97D8619-1C27-E317-18E3-E7C3EA9422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49F678-2098-4F6E-8F6A-385FC16791A1}" type="datetimeFigureOut">
              <a:rPr lang="nl-NL" smtClean="0"/>
              <a:t>29-10-2025</a:t>
            </a:fld>
            <a:endParaRPr lang="nl-NL"/>
          </a:p>
        </p:txBody>
      </p:sp>
      <p:sp>
        <p:nvSpPr>
          <p:cNvPr id="8" name="Tijdelijke aanduiding voor voettekst 7">
            <a:extLst>
              <a:ext uri="{FF2B5EF4-FFF2-40B4-BE49-F238E27FC236}">
                <a16:creationId xmlns:a16="http://schemas.microsoft.com/office/drawing/2014/main" id="{EDB9A7DC-DA0B-6552-CF72-0598341BCE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9" name="Tijdelijke aanduiding voor dianummer 8">
            <a:extLst>
              <a:ext uri="{FF2B5EF4-FFF2-40B4-BE49-F238E27FC236}">
                <a16:creationId xmlns:a16="http://schemas.microsoft.com/office/drawing/2014/main" id="{C018EE9E-B2D6-C60B-681A-45B435F00D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1968DF-D49A-4515-A08E-7B8E49ED4AB2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3956652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337C211-CB57-5002-5CCF-A7C0CEDCF1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datum 2">
            <a:extLst>
              <a:ext uri="{FF2B5EF4-FFF2-40B4-BE49-F238E27FC236}">
                <a16:creationId xmlns:a16="http://schemas.microsoft.com/office/drawing/2014/main" id="{7FCE3ED5-D908-333B-A1B3-23342BFE07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49F678-2098-4F6E-8F6A-385FC16791A1}" type="datetimeFigureOut">
              <a:rPr lang="nl-NL" smtClean="0"/>
              <a:t>29-10-2025</a:t>
            </a:fld>
            <a:endParaRPr lang="nl-NL"/>
          </a:p>
        </p:txBody>
      </p:sp>
      <p:sp>
        <p:nvSpPr>
          <p:cNvPr id="4" name="Tijdelijke aanduiding voor voettekst 3">
            <a:extLst>
              <a:ext uri="{FF2B5EF4-FFF2-40B4-BE49-F238E27FC236}">
                <a16:creationId xmlns:a16="http://schemas.microsoft.com/office/drawing/2014/main" id="{4E5F6D19-971A-8803-4D58-3E97947C8D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Tijdelijke aanduiding voor dianummer 4">
            <a:extLst>
              <a:ext uri="{FF2B5EF4-FFF2-40B4-BE49-F238E27FC236}">
                <a16:creationId xmlns:a16="http://schemas.microsoft.com/office/drawing/2014/main" id="{177BE7C1-546F-DB6A-4D14-4E559E265D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1968DF-D49A-4515-A08E-7B8E49ED4AB2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2596961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atum 1">
            <a:extLst>
              <a:ext uri="{FF2B5EF4-FFF2-40B4-BE49-F238E27FC236}">
                <a16:creationId xmlns:a16="http://schemas.microsoft.com/office/drawing/2014/main" id="{CE19EBC4-F758-E91F-219C-D079F484A2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49F678-2098-4F6E-8F6A-385FC16791A1}" type="datetimeFigureOut">
              <a:rPr lang="nl-NL" smtClean="0"/>
              <a:t>29-10-2025</a:t>
            </a:fld>
            <a:endParaRPr lang="nl-NL"/>
          </a:p>
        </p:txBody>
      </p:sp>
      <p:sp>
        <p:nvSpPr>
          <p:cNvPr id="3" name="Tijdelijke aanduiding voor voettekst 2">
            <a:extLst>
              <a:ext uri="{FF2B5EF4-FFF2-40B4-BE49-F238E27FC236}">
                <a16:creationId xmlns:a16="http://schemas.microsoft.com/office/drawing/2014/main" id="{1E8ECE1F-8B45-3623-C6C3-1B6452DFB0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Tijdelijke aanduiding voor dianummer 3">
            <a:extLst>
              <a:ext uri="{FF2B5EF4-FFF2-40B4-BE49-F238E27FC236}">
                <a16:creationId xmlns:a16="http://schemas.microsoft.com/office/drawing/2014/main" id="{B370EB9E-900B-1E8E-C103-E4BA828F0B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1968DF-D49A-4515-A08E-7B8E49ED4AB2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2435014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oud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BE23322-6C52-0D90-B43E-488641287B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F74AE278-074C-F5E8-13D1-699AEF4DD0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9AEA0F61-9DD5-142D-8B78-D099A72DB10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6C33DC99-AE3B-C389-AC4E-EC8915024E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49F678-2098-4F6E-8F6A-385FC16791A1}" type="datetimeFigureOut">
              <a:rPr lang="nl-NL" smtClean="0"/>
              <a:t>29-10-2025</a:t>
            </a:fld>
            <a:endParaRPr lang="nl-NL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DE7410AB-0A6D-9A35-1D87-A49A199907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52CBE44E-6755-8804-FBCF-507DCA51E2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1968DF-D49A-4515-A08E-7B8E49ED4AB2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0300887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Afbeelding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8252B6B-0FB2-AF9F-8A1D-191183B244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afbeelding 2">
            <a:extLst>
              <a:ext uri="{FF2B5EF4-FFF2-40B4-BE49-F238E27FC236}">
                <a16:creationId xmlns:a16="http://schemas.microsoft.com/office/drawing/2014/main" id="{8FDCBAA9-31F4-4E06-2176-ABC681DEBA2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nl-NL"/>
          </a:p>
        </p:txBody>
      </p:sp>
      <p:sp>
        <p:nvSpPr>
          <p:cNvPr id="4" name="Tijdelijke aanduiding voor tekst 3">
            <a:extLst>
              <a:ext uri="{FF2B5EF4-FFF2-40B4-BE49-F238E27FC236}">
                <a16:creationId xmlns:a16="http://schemas.microsoft.com/office/drawing/2014/main" id="{17B900A3-6C26-966C-E219-F50A12EBB20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nl-NL"/>
              <a:t>Klikken om de tekststijl van het model te bewerken</a:t>
            </a:r>
          </a:p>
        </p:txBody>
      </p:sp>
      <p:sp>
        <p:nvSpPr>
          <p:cNvPr id="5" name="Tijdelijke aanduiding voor datum 4">
            <a:extLst>
              <a:ext uri="{FF2B5EF4-FFF2-40B4-BE49-F238E27FC236}">
                <a16:creationId xmlns:a16="http://schemas.microsoft.com/office/drawing/2014/main" id="{176698F5-094D-76DE-1D7A-22423FC64F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49F678-2098-4F6E-8F6A-385FC16791A1}" type="datetimeFigureOut">
              <a:rPr lang="nl-NL" smtClean="0"/>
              <a:t>29-10-2025</a:t>
            </a:fld>
            <a:endParaRPr lang="nl-NL"/>
          </a:p>
        </p:txBody>
      </p:sp>
      <p:sp>
        <p:nvSpPr>
          <p:cNvPr id="6" name="Tijdelijke aanduiding voor voettekst 5">
            <a:extLst>
              <a:ext uri="{FF2B5EF4-FFF2-40B4-BE49-F238E27FC236}">
                <a16:creationId xmlns:a16="http://schemas.microsoft.com/office/drawing/2014/main" id="{8F2128DD-9827-F085-3E79-93911A16F3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7" name="Tijdelijke aanduiding voor dianummer 6">
            <a:extLst>
              <a:ext uri="{FF2B5EF4-FFF2-40B4-BE49-F238E27FC236}">
                <a16:creationId xmlns:a16="http://schemas.microsoft.com/office/drawing/2014/main" id="{B1D68F0D-F033-D4BB-3FD7-56639D5A2F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1968DF-D49A-4515-A08E-7B8E49ED4AB2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9097300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en verticale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3FC4292-F88B-70E5-AFB7-7DCA47EF71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verticale tekst 2">
            <a:extLst>
              <a:ext uri="{FF2B5EF4-FFF2-40B4-BE49-F238E27FC236}">
                <a16:creationId xmlns:a16="http://schemas.microsoft.com/office/drawing/2014/main" id="{42206B95-FF37-3B28-45E4-EEA823E8235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673BFF4E-B849-0DCE-D7A8-C5A7487772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49F678-2098-4F6E-8F6A-385FC16791A1}" type="datetimeFigureOut">
              <a:rPr lang="nl-NL" smtClean="0"/>
              <a:t>29-10-2025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3CA87028-BDB6-C249-1BA9-F779BED303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1AE6F60D-9BEF-9EF3-B5BF-CE9EFC8B49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1968DF-D49A-4515-A08E-7B8E49ED4AB2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4893411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e titel en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e titel 1">
            <a:extLst>
              <a:ext uri="{FF2B5EF4-FFF2-40B4-BE49-F238E27FC236}">
                <a16:creationId xmlns:a16="http://schemas.microsoft.com/office/drawing/2014/main" id="{2A5D1023-1491-6016-7060-56C19C1874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verticale tekst 2">
            <a:extLst>
              <a:ext uri="{FF2B5EF4-FFF2-40B4-BE49-F238E27FC236}">
                <a16:creationId xmlns:a16="http://schemas.microsoft.com/office/drawing/2014/main" id="{751CDC55-1638-FE7C-E423-57624AD1BA4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A96AF068-B63E-0873-9AA7-8B3B73C17A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49F678-2098-4F6E-8F6A-385FC16791A1}" type="datetimeFigureOut">
              <a:rPr lang="nl-NL" smtClean="0"/>
              <a:t>29-10-2025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86B79354-B729-66FC-3F22-8CEDE8AA1A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BA482ED0-AF3F-2F5A-A9BD-6C108745DB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A1968DF-D49A-4515-A08E-7B8E49ED4AB2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4349416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titel 1">
            <a:extLst>
              <a:ext uri="{FF2B5EF4-FFF2-40B4-BE49-F238E27FC236}">
                <a16:creationId xmlns:a16="http://schemas.microsoft.com/office/drawing/2014/main" id="{A30A2768-CAAA-9614-1F43-FE124324FD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nl-NL"/>
              <a:t>Klik om stijl te bewerken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2D87BF84-E1CB-D3FF-DBEC-35DCBA63A1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BAE50D94-033C-7B78-0560-090F05A5FA0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C49F678-2098-4F6E-8F6A-385FC16791A1}" type="datetimeFigureOut">
              <a:rPr lang="nl-NL" smtClean="0"/>
              <a:t>29-10-2025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3F2857AB-0D5E-CAA7-F955-271845897E7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nl-NL"/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757EE558-C275-40DF-A829-29E13DDB77D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A1968DF-D49A-4515-A08E-7B8E49ED4AB2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567767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.pn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11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5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7" Type="http://schemas.openxmlformats.org/officeDocument/2006/relationships/image" Target="../media/image14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png"/><Relationship Id="rId5" Type="http://schemas.openxmlformats.org/officeDocument/2006/relationships/image" Target="../media/image13.png"/><Relationship Id="rId4" Type="http://schemas.openxmlformats.org/officeDocument/2006/relationships/image" Target="../media/image2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Afbeelding 5">
            <a:extLst>
              <a:ext uri="{FF2B5EF4-FFF2-40B4-BE49-F238E27FC236}">
                <a16:creationId xmlns:a16="http://schemas.microsoft.com/office/drawing/2014/main" id="{ADBAD612-D2D4-D138-7A43-477C1DEA07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0982" y="553193"/>
            <a:ext cx="2438400" cy="2438400"/>
          </a:xfrm>
          <a:prstGeom prst="rect">
            <a:avLst/>
          </a:prstGeom>
        </p:spPr>
      </p:pic>
      <p:pic>
        <p:nvPicPr>
          <p:cNvPr id="3" name="Afbeelding 2">
            <a:extLst>
              <a:ext uri="{FF2B5EF4-FFF2-40B4-BE49-F238E27FC236}">
                <a16:creationId xmlns:a16="http://schemas.microsoft.com/office/drawing/2014/main" id="{498D6BE9-BEDE-227B-94AB-50C5496277D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3725" y="3312574"/>
            <a:ext cx="2440032" cy="2440032"/>
          </a:xfrm>
          <a:prstGeom prst="rect">
            <a:avLst/>
          </a:prstGeom>
        </p:spPr>
      </p:pic>
      <p:pic>
        <p:nvPicPr>
          <p:cNvPr id="7" name="Afbeelding 6" descr="Afbeelding met symbool, Graphics, Lettertype, clipart&#10;&#10;Door AI gegenereerde inhoud is mogelijk onjuist.">
            <a:extLst>
              <a:ext uri="{FF2B5EF4-FFF2-40B4-BE49-F238E27FC236}">
                <a16:creationId xmlns:a16="http://schemas.microsoft.com/office/drawing/2014/main" id="{3956E04D-55E2-F57C-E654-C57F043E6CD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04313" y="615139"/>
            <a:ext cx="2524125" cy="2524125"/>
          </a:xfrm>
          <a:prstGeom prst="rect">
            <a:avLst/>
          </a:prstGeom>
        </p:spPr>
      </p:pic>
      <p:sp>
        <p:nvSpPr>
          <p:cNvPr id="2" name="Rechthoek: afgeronde hoeken 1">
            <a:extLst>
              <a:ext uri="{FF2B5EF4-FFF2-40B4-BE49-F238E27FC236}">
                <a16:creationId xmlns:a16="http://schemas.microsoft.com/office/drawing/2014/main" id="{3B6392AD-59EB-DC34-5F63-3273D7A3F0A0}"/>
              </a:ext>
            </a:extLst>
          </p:cNvPr>
          <p:cNvSpPr/>
          <p:nvPr/>
        </p:nvSpPr>
        <p:spPr>
          <a:xfrm>
            <a:off x="2103603" y="2041453"/>
            <a:ext cx="1190848" cy="1360967"/>
          </a:xfrm>
          <a:prstGeom prst="roundRect">
            <a:avLst/>
          </a:prstGeom>
          <a:solidFill>
            <a:schemeClr val="bg1"/>
          </a:solidFill>
          <a:ln w="63500">
            <a:solidFill>
              <a:srgbClr val="FF595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4" name="Rechthoek: afgeronde hoeken 3">
            <a:extLst>
              <a:ext uri="{FF2B5EF4-FFF2-40B4-BE49-F238E27FC236}">
                <a16:creationId xmlns:a16="http://schemas.microsoft.com/office/drawing/2014/main" id="{9D5158D4-BA8C-96A7-5A3B-66E00175E1BA}"/>
              </a:ext>
            </a:extLst>
          </p:cNvPr>
          <p:cNvSpPr/>
          <p:nvPr/>
        </p:nvSpPr>
        <p:spPr>
          <a:xfrm>
            <a:off x="4864523" y="2037907"/>
            <a:ext cx="1190848" cy="1360967"/>
          </a:xfrm>
          <a:prstGeom prst="roundRect">
            <a:avLst/>
          </a:prstGeom>
          <a:solidFill>
            <a:schemeClr val="bg1"/>
          </a:solidFill>
          <a:ln w="63500">
            <a:solidFill>
              <a:srgbClr val="FF595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9564102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79043C-F3AF-FBA8-C5D1-4E508C8FD6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Afbeelding 14" descr="Afbeelding met symbool, Graphics, Lettertype, clipart&#10;&#10;Door AI gegenereerde inhoud is mogelijk onjuist.">
            <a:extLst>
              <a:ext uri="{FF2B5EF4-FFF2-40B4-BE49-F238E27FC236}">
                <a16:creationId xmlns:a16="http://schemas.microsoft.com/office/drawing/2014/main" id="{031693C8-A04F-1998-F3B8-C82EDB18ED3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71633" y="535940"/>
            <a:ext cx="1985779" cy="1985779"/>
          </a:xfrm>
          <a:prstGeom prst="rect">
            <a:avLst/>
          </a:prstGeom>
        </p:spPr>
      </p:pic>
      <p:pic>
        <p:nvPicPr>
          <p:cNvPr id="3" name="Afbeelding 2">
            <a:extLst>
              <a:ext uri="{FF2B5EF4-FFF2-40B4-BE49-F238E27FC236}">
                <a16:creationId xmlns:a16="http://schemas.microsoft.com/office/drawing/2014/main" id="{087440B9-0A69-73B7-E67B-91E323E8287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0659" y="553192"/>
            <a:ext cx="1938837" cy="1938837"/>
          </a:xfrm>
          <a:prstGeom prst="rect">
            <a:avLst/>
          </a:prstGeom>
        </p:spPr>
      </p:pic>
      <p:sp>
        <p:nvSpPr>
          <p:cNvPr id="2" name="Rechthoek: afgeronde hoeken 1">
            <a:extLst>
              <a:ext uri="{FF2B5EF4-FFF2-40B4-BE49-F238E27FC236}">
                <a16:creationId xmlns:a16="http://schemas.microsoft.com/office/drawing/2014/main" id="{6D5C315B-88B5-683F-F685-1E3FCC64C404}"/>
              </a:ext>
            </a:extLst>
          </p:cNvPr>
          <p:cNvSpPr/>
          <p:nvPr/>
        </p:nvSpPr>
        <p:spPr>
          <a:xfrm>
            <a:off x="2103603" y="1722755"/>
            <a:ext cx="877103" cy="1186699"/>
          </a:xfrm>
          <a:prstGeom prst="roundRect">
            <a:avLst/>
          </a:prstGeom>
          <a:solidFill>
            <a:schemeClr val="bg1"/>
          </a:solidFill>
          <a:ln w="63500">
            <a:solidFill>
              <a:srgbClr val="FF595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4" name="Rechthoek: afgeronde hoeken 3">
            <a:extLst>
              <a:ext uri="{FF2B5EF4-FFF2-40B4-BE49-F238E27FC236}">
                <a16:creationId xmlns:a16="http://schemas.microsoft.com/office/drawing/2014/main" id="{054E4E1B-E42E-2C03-0A5C-90F48EE8A12C}"/>
              </a:ext>
            </a:extLst>
          </p:cNvPr>
          <p:cNvSpPr/>
          <p:nvPr/>
        </p:nvSpPr>
        <p:spPr>
          <a:xfrm>
            <a:off x="4864523" y="1719209"/>
            <a:ext cx="877103" cy="1186699"/>
          </a:xfrm>
          <a:prstGeom prst="roundRect">
            <a:avLst/>
          </a:prstGeom>
          <a:solidFill>
            <a:schemeClr val="bg1"/>
          </a:solidFill>
          <a:ln w="63500">
            <a:solidFill>
              <a:srgbClr val="FF595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pic>
        <p:nvPicPr>
          <p:cNvPr id="5" name="Afbeelding 4">
            <a:extLst>
              <a:ext uri="{FF2B5EF4-FFF2-40B4-BE49-F238E27FC236}">
                <a16:creationId xmlns:a16="http://schemas.microsoft.com/office/drawing/2014/main" id="{481836BA-7B81-5FD8-46E9-2928D6437B8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14844" y="1891349"/>
            <a:ext cx="513600" cy="871220"/>
          </a:xfrm>
          <a:prstGeom prst="rect">
            <a:avLst/>
          </a:prstGeom>
        </p:spPr>
      </p:pic>
      <p:pic>
        <p:nvPicPr>
          <p:cNvPr id="6" name="Afbeelding 5">
            <a:extLst>
              <a:ext uri="{FF2B5EF4-FFF2-40B4-BE49-F238E27FC236}">
                <a16:creationId xmlns:a16="http://schemas.microsoft.com/office/drawing/2014/main" id="{986F8C41-CCFA-8353-8D44-1D2B607C11A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5764" y="1891348"/>
            <a:ext cx="513600" cy="871220"/>
          </a:xfrm>
          <a:prstGeom prst="rect">
            <a:avLst/>
          </a:prstGeom>
        </p:spPr>
      </p:pic>
      <p:pic>
        <p:nvPicPr>
          <p:cNvPr id="14" name="Afbeelding 13">
            <a:extLst>
              <a:ext uri="{FF2B5EF4-FFF2-40B4-BE49-F238E27FC236}">
                <a16:creationId xmlns:a16="http://schemas.microsoft.com/office/drawing/2014/main" id="{B416E5CB-E149-AC63-7F31-89733464A43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8946" y="3854533"/>
            <a:ext cx="2438400" cy="2438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97158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CFDD8B-403B-636B-C11B-4C8E4A8C11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Afbeelding 14" descr="Afbeelding met symbool, Graphics, Lettertype, clipart&#10;&#10;Door AI gegenereerde inhoud is mogelijk onjuist.">
            <a:extLst>
              <a:ext uri="{FF2B5EF4-FFF2-40B4-BE49-F238E27FC236}">
                <a16:creationId xmlns:a16="http://schemas.microsoft.com/office/drawing/2014/main" id="{ACFFFD5F-C5CD-591F-96EE-2CEED750848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71633" y="535940"/>
            <a:ext cx="1985779" cy="1985779"/>
          </a:xfrm>
          <a:prstGeom prst="rect">
            <a:avLst/>
          </a:prstGeom>
        </p:spPr>
      </p:pic>
      <p:pic>
        <p:nvPicPr>
          <p:cNvPr id="3" name="Afbeelding 2">
            <a:extLst>
              <a:ext uri="{FF2B5EF4-FFF2-40B4-BE49-F238E27FC236}">
                <a16:creationId xmlns:a16="http://schemas.microsoft.com/office/drawing/2014/main" id="{82BE5326-E496-8819-1249-72BD0060508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0659" y="553192"/>
            <a:ext cx="1938837" cy="1938837"/>
          </a:xfrm>
          <a:prstGeom prst="rect">
            <a:avLst/>
          </a:prstGeom>
        </p:spPr>
      </p:pic>
      <p:sp>
        <p:nvSpPr>
          <p:cNvPr id="2" name="Rechthoek: afgeronde hoeken 1">
            <a:extLst>
              <a:ext uri="{FF2B5EF4-FFF2-40B4-BE49-F238E27FC236}">
                <a16:creationId xmlns:a16="http://schemas.microsoft.com/office/drawing/2014/main" id="{3F3A9C7D-39FB-CB32-449E-5BA6E4C068D9}"/>
              </a:ext>
            </a:extLst>
          </p:cNvPr>
          <p:cNvSpPr/>
          <p:nvPr/>
        </p:nvSpPr>
        <p:spPr>
          <a:xfrm>
            <a:off x="2103603" y="1722755"/>
            <a:ext cx="877103" cy="1186699"/>
          </a:xfrm>
          <a:prstGeom prst="roundRect">
            <a:avLst/>
          </a:prstGeom>
          <a:solidFill>
            <a:schemeClr val="bg1"/>
          </a:solidFill>
          <a:ln w="63500">
            <a:solidFill>
              <a:srgbClr val="FF595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4" name="Rechthoek: afgeronde hoeken 3">
            <a:extLst>
              <a:ext uri="{FF2B5EF4-FFF2-40B4-BE49-F238E27FC236}">
                <a16:creationId xmlns:a16="http://schemas.microsoft.com/office/drawing/2014/main" id="{4B19CB6A-E1FD-6EBD-6521-BFE0C1C1EABE}"/>
              </a:ext>
            </a:extLst>
          </p:cNvPr>
          <p:cNvSpPr/>
          <p:nvPr/>
        </p:nvSpPr>
        <p:spPr>
          <a:xfrm>
            <a:off x="4864523" y="1719209"/>
            <a:ext cx="877103" cy="1186699"/>
          </a:xfrm>
          <a:prstGeom prst="roundRect">
            <a:avLst/>
          </a:prstGeom>
          <a:solidFill>
            <a:schemeClr val="bg1"/>
          </a:solidFill>
          <a:ln w="63500">
            <a:solidFill>
              <a:srgbClr val="FF595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pic>
        <p:nvPicPr>
          <p:cNvPr id="7" name="Afbeelding 6">
            <a:extLst>
              <a:ext uri="{FF2B5EF4-FFF2-40B4-BE49-F238E27FC236}">
                <a16:creationId xmlns:a16="http://schemas.microsoft.com/office/drawing/2014/main" id="{7E11FA18-6FF5-6FB7-2E1B-AC366DBA61E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42892" y="1950719"/>
            <a:ext cx="769622" cy="769622"/>
          </a:xfrm>
          <a:prstGeom prst="rect">
            <a:avLst/>
          </a:prstGeom>
        </p:spPr>
      </p:pic>
      <p:pic>
        <p:nvPicPr>
          <p:cNvPr id="9" name="Afbeelding 8">
            <a:extLst>
              <a:ext uri="{FF2B5EF4-FFF2-40B4-BE49-F238E27FC236}">
                <a16:creationId xmlns:a16="http://schemas.microsoft.com/office/drawing/2014/main" id="{200DC6D7-76C6-97E6-AFBF-551847D2570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24192" y="1920239"/>
            <a:ext cx="769622" cy="7696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71672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64A1A7-1600-DA79-A353-2921BA16F3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Afbeelding 2">
            <a:extLst>
              <a:ext uri="{FF2B5EF4-FFF2-40B4-BE49-F238E27FC236}">
                <a16:creationId xmlns:a16="http://schemas.microsoft.com/office/drawing/2014/main" id="{3B1229D5-220B-85AB-2A34-4680B1C4310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3126" y="731066"/>
            <a:ext cx="2440032" cy="2440032"/>
          </a:xfrm>
          <a:prstGeom prst="rect">
            <a:avLst/>
          </a:prstGeom>
        </p:spPr>
      </p:pic>
      <p:pic>
        <p:nvPicPr>
          <p:cNvPr id="7" name="Afbeelding 6" descr="Afbeelding met symbool, Graphics, Lettertype, clipart&#10;&#10;Door AI gegenereerde inhoud is mogelijk onjuist.">
            <a:extLst>
              <a:ext uri="{FF2B5EF4-FFF2-40B4-BE49-F238E27FC236}">
                <a16:creationId xmlns:a16="http://schemas.microsoft.com/office/drawing/2014/main" id="{4E3903AC-1EDB-A896-FBC8-1C9F0C3212D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20015" y="622233"/>
            <a:ext cx="2524125" cy="2524125"/>
          </a:xfrm>
          <a:prstGeom prst="rect">
            <a:avLst/>
          </a:prstGeom>
        </p:spPr>
      </p:pic>
      <p:pic>
        <p:nvPicPr>
          <p:cNvPr id="9" name="Afbeelding 8" descr="Afbeelding met clipart, symbool, rood, Graphics&#10;&#10;Door AI gegenereerde inhoud is mogelijk onjuist.">
            <a:extLst>
              <a:ext uri="{FF2B5EF4-FFF2-40B4-BE49-F238E27FC236}">
                <a16:creationId xmlns:a16="http://schemas.microsoft.com/office/drawing/2014/main" id="{675BE5D8-E468-8B2C-5E69-BC1772D6A79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67198" y="1039019"/>
            <a:ext cx="2440678" cy="2440678"/>
          </a:xfrm>
          <a:prstGeom prst="rect">
            <a:avLst/>
          </a:prstGeom>
        </p:spPr>
      </p:pic>
      <p:sp>
        <p:nvSpPr>
          <p:cNvPr id="10" name="Rechthoek: afgeronde hoeken 9">
            <a:extLst>
              <a:ext uri="{FF2B5EF4-FFF2-40B4-BE49-F238E27FC236}">
                <a16:creationId xmlns:a16="http://schemas.microsoft.com/office/drawing/2014/main" id="{391F5552-9941-E70C-093A-C40080AE2E0F}"/>
              </a:ext>
            </a:extLst>
          </p:cNvPr>
          <p:cNvSpPr/>
          <p:nvPr/>
        </p:nvSpPr>
        <p:spPr>
          <a:xfrm>
            <a:off x="1826679" y="2324320"/>
            <a:ext cx="1216479" cy="742950"/>
          </a:xfrm>
          <a:prstGeom prst="roundRect">
            <a:avLst/>
          </a:prstGeom>
          <a:solidFill>
            <a:schemeClr val="bg1"/>
          </a:solidFill>
          <a:ln w="50800">
            <a:solidFill>
              <a:srgbClr val="FF595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1" name="Tekstvak 10">
            <a:extLst>
              <a:ext uri="{FF2B5EF4-FFF2-40B4-BE49-F238E27FC236}">
                <a16:creationId xmlns:a16="http://schemas.microsoft.com/office/drawing/2014/main" id="{30904CA2-F0C8-BADD-9023-5DCE841F3B92}"/>
              </a:ext>
            </a:extLst>
          </p:cNvPr>
          <p:cNvSpPr txBox="1"/>
          <p:nvPr/>
        </p:nvSpPr>
        <p:spPr>
          <a:xfrm>
            <a:off x="1995410" y="2428177"/>
            <a:ext cx="94977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FF595D"/>
                </a:solidFill>
                <a:latin typeface="Consolas" panose="020B0609020204030204" pitchFamily="49" charset="0"/>
              </a:rPr>
              <a:t>a=4</a:t>
            </a:r>
            <a:endParaRPr lang="nl-NL" sz="3200" b="1" dirty="0">
              <a:solidFill>
                <a:srgbClr val="FF595D"/>
              </a:solidFill>
              <a:latin typeface="Consolas" panose="020B0609020204030204" pitchFamily="49" charset="0"/>
            </a:endParaRPr>
          </a:p>
        </p:txBody>
      </p:sp>
      <p:sp>
        <p:nvSpPr>
          <p:cNvPr id="12" name="Rechthoek: afgeronde hoeken 11">
            <a:extLst>
              <a:ext uri="{FF2B5EF4-FFF2-40B4-BE49-F238E27FC236}">
                <a16:creationId xmlns:a16="http://schemas.microsoft.com/office/drawing/2014/main" id="{FAD736CD-B0D8-0B29-EBDB-3C4DDFD61CBB}"/>
              </a:ext>
            </a:extLst>
          </p:cNvPr>
          <p:cNvSpPr/>
          <p:nvPr/>
        </p:nvSpPr>
        <p:spPr>
          <a:xfrm>
            <a:off x="4705952" y="2324320"/>
            <a:ext cx="1216479" cy="742950"/>
          </a:xfrm>
          <a:prstGeom prst="roundRect">
            <a:avLst/>
          </a:prstGeom>
          <a:solidFill>
            <a:srgbClr val="FF595D"/>
          </a:solidFill>
          <a:ln w="50800">
            <a:solidFill>
              <a:srgbClr val="FF595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3" name="Tekstvak 12">
            <a:extLst>
              <a:ext uri="{FF2B5EF4-FFF2-40B4-BE49-F238E27FC236}">
                <a16:creationId xmlns:a16="http://schemas.microsoft.com/office/drawing/2014/main" id="{7ADB640E-D369-F05D-8017-5ACBF925B720}"/>
              </a:ext>
            </a:extLst>
          </p:cNvPr>
          <p:cNvSpPr txBox="1"/>
          <p:nvPr/>
        </p:nvSpPr>
        <p:spPr>
          <a:xfrm>
            <a:off x="4839302" y="2403407"/>
            <a:ext cx="949778" cy="584775"/>
          </a:xfrm>
          <a:prstGeom prst="rect">
            <a:avLst/>
          </a:prstGeom>
          <a:solidFill>
            <a:srgbClr val="FF595D"/>
          </a:solidFill>
        </p:spPr>
        <p:txBody>
          <a:bodyPr wrap="square" rtlCol="0">
            <a:spAutoFit/>
          </a:bodyPr>
          <a:lstStyle/>
          <a:p>
            <a:r>
              <a:rPr lang="en-US" sz="3200" b="1">
                <a:solidFill>
                  <a:srgbClr val="FFFFFF"/>
                </a:solidFill>
                <a:latin typeface="Consolas" panose="020B0609020204030204" pitchFamily="49" charset="0"/>
              </a:rPr>
              <a:t>a=4</a:t>
            </a:r>
            <a:endParaRPr lang="nl-NL" sz="3200" b="1">
              <a:solidFill>
                <a:srgbClr val="FFFFFF"/>
              </a:solidFill>
              <a:latin typeface="Consolas" panose="020B0609020204030204" pitchFamily="49" charset="0"/>
            </a:endParaRPr>
          </a:p>
        </p:txBody>
      </p:sp>
      <p:pic>
        <p:nvPicPr>
          <p:cNvPr id="17" name="Afbeelding 16">
            <a:extLst>
              <a:ext uri="{FF2B5EF4-FFF2-40B4-BE49-F238E27FC236}">
                <a16:creationId xmlns:a16="http://schemas.microsoft.com/office/drawing/2014/main" id="{219FC44A-0BAA-518C-F871-63394F42D6E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87158" y="4122964"/>
            <a:ext cx="1632857" cy="1632857"/>
          </a:xfrm>
          <a:prstGeom prst="rect">
            <a:avLst/>
          </a:prstGeom>
        </p:spPr>
      </p:pic>
      <p:pic>
        <p:nvPicPr>
          <p:cNvPr id="18" name="Afbeelding 17">
            <a:extLst>
              <a:ext uri="{FF2B5EF4-FFF2-40B4-BE49-F238E27FC236}">
                <a16:creationId xmlns:a16="http://schemas.microsoft.com/office/drawing/2014/main" id="{4E8DFA5B-C15E-305C-30AC-E4967F09D6B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43889" y="3958317"/>
            <a:ext cx="2524125" cy="2524125"/>
          </a:xfrm>
          <a:prstGeom prst="rect">
            <a:avLst/>
          </a:prstGeom>
          <a:solidFill>
            <a:srgbClr val="FFFFFF"/>
          </a:solidFill>
        </p:spPr>
      </p:pic>
      <p:pic>
        <p:nvPicPr>
          <p:cNvPr id="19" name="Afbeelding 18">
            <a:extLst>
              <a:ext uri="{FF2B5EF4-FFF2-40B4-BE49-F238E27FC236}">
                <a16:creationId xmlns:a16="http://schemas.microsoft.com/office/drawing/2014/main" id="{49E0CFE0-9FD3-A995-A62A-9F470BFBF6C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673533" y="3747406"/>
            <a:ext cx="2735036" cy="27350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69630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Rechthoek: afgeronde hoeken 57">
            <a:extLst>
              <a:ext uri="{FF2B5EF4-FFF2-40B4-BE49-F238E27FC236}">
                <a16:creationId xmlns:a16="http://schemas.microsoft.com/office/drawing/2014/main" id="{31457AA5-9618-C318-2684-2C9C7423F4E0}"/>
              </a:ext>
            </a:extLst>
          </p:cNvPr>
          <p:cNvSpPr/>
          <p:nvPr/>
        </p:nvSpPr>
        <p:spPr>
          <a:xfrm>
            <a:off x="6185550" y="3331769"/>
            <a:ext cx="877103" cy="1186699"/>
          </a:xfrm>
          <a:prstGeom prst="roundRect">
            <a:avLst/>
          </a:prstGeom>
          <a:solidFill>
            <a:schemeClr val="bg1"/>
          </a:solidFill>
          <a:ln w="63500">
            <a:solidFill>
              <a:srgbClr val="FF595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57" name="Rechthoek: afgeronde hoeken 56">
            <a:extLst>
              <a:ext uri="{FF2B5EF4-FFF2-40B4-BE49-F238E27FC236}">
                <a16:creationId xmlns:a16="http://schemas.microsoft.com/office/drawing/2014/main" id="{1EB4E52E-6A52-88FC-F0A1-255B79FBE15A}"/>
              </a:ext>
            </a:extLst>
          </p:cNvPr>
          <p:cNvSpPr/>
          <p:nvPr/>
        </p:nvSpPr>
        <p:spPr>
          <a:xfrm>
            <a:off x="4432868" y="3341390"/>
            <a:ext cx="877103" cy="1186699"/>
          </a:xfrm>
          <a:prstGeom prst="roundRect">
            <a:avLst/>
          </a:prstGeom>
          <a:solidFill>
            <a:schemeClr val="bg1"/>
          </a:solidFill>
          <a:ln w="63500">
            <a:solidFill>
              <a:srgbClr val="FF595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56" name="Rechthoek: afgeronde hoeken 55">
            <a:extLst>
              <a:ext uri="{FF2B5EF4-FFF2-40B4-BE49-F238E27FC236}">
                <a16:creationId xmlns:a16="http://schemas.microsoft.com/office/drawing/2014/main" id="{9BD28793-35F6-746B-2779-653061D5C362}"/>
              </a:ext>
            </a:extLst>
          </p:cNvPr>
          <p:cNvSpPr/>
          <p:nvPr/>
        </p:nvSpPr>
        <p:spPr>
          <a:xfrm>
            <a:off x="2584545" y="4548184"/>
            <a:ext cx="877103" cy="1186699"/>
          </a:xfrm>
          <a:prstGeom prst="roundRect">
            <a:avLst/>
          </a:prstGeom>
          <a:solidFill>
            <a:schemeClr val="bg1"/>
          </a:solidFill>
          <a:ln w="63500">
            <a:solidFill>
              <a:srgbClr val="FF595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v</a:t>
            </a:r>
            <a:endParaRPr lang="nl-NL"/>
          </a:p>
        </p:txBody>
      </p:sp>
      <p:sp>
        <p:nvSpPr>
          <p:cNvPr id="55" name="Rechthoek: afgeronde hoeken 54">
            <a:extLst>
              <a:ext uri="{FF2B5EF4-FFF2-40B4-BE49-F238E27FC236}">
                <a16:creationId xmlns:a16="http://schemas.microsoft.com/office/drawing/2014/main" id="{D94819FD-AEBE-DA9E-BC67-8201D2619F93}"/>
              </a:ext>
            </a:extLst>
          </p:cNvPr>
          <p:cNvSpPr/>
          <p:nvPr/>
        </p:nvSpPr>
        <p:spPr>
          <a:xfrm>
            <a:off x="793375" y="3196206"/>
            <a:ext cx="877103" cy="1186699"/>
          </a:xfrm>
          <a:prstGeom prst="roundRect">
            <a:avLst/>
          </a:prstGeom>
          <a:solidFill>
            <a:schemeClr val="bg1"/>
          </a:solidFill>
          <a:ln w="63500">
            <a:solidFill>
              <a:srgbClr val="FF595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54" name="Rechthoek: afgeronde hoeken 53">
            <a:extLst>
              <a:ext uri="{FF2B5EF4-FFF2-40B4-BE49-F238E27FC236}">
                <a16:creationId xmlns:a16="http://schemas.microsoft.com/office/drawing/2014/main" id="{86366ED7-E9DE-E636-71F1-AB7F971FFDF7}"/>
              </a:ext>
            </a:extLst>
          </p:cNvPr>
          <p:cNvSpPr/>
          <p:nvPr/>
        </p:nvSpPr>
        <p:spPr>
          <a:xfrm>
            <a:off x="9788867" y="637526"/>
            <a:ext cx="877103" cy="1186699"/>
          </a:xfrm>
          <a:prstGeom prst="roundRect">
            <a:avLst/>
          </a:prstGeom>
          <a:solidFill>
            <a:schemeClr val="bg1"/>
          </a:solidFill>
          <a:ln w="63500">
            <a:solidFill>
              <a:srgbClr val="FF595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52" name="Rechthoek: afgeronde hoeken 51">
            <a:extLst>
              <a:ext uri="{FF2B5EF4-FFF2-40B4-BE49-F238E27FC236}">
                <a16:creationId xmlns:a16="http://schemas.microsoft.com/office/drawing/2014/main" id="{19D40258-A16A-4440-A9E6-C78355062516}"/>
              </a:ext>
            </a:extLst>
          </p:cNvPr>
          <p:cNvSpPr/>
          <p:nvPr/>
        </p:nvSpPr>
        <p:spPr>
          <a:xfrm>
            <a:off x="8034241" y="658843"/>
            <a:ext cx="877103" cy="1186699"/>
          </a:xfrm>
          <a:prstGeom prst="roundRect">
            <a:avLst/>
          </a:prstGeom>
          <a:solidFill>
            <a:schemeClr val="bg1"/>
          </a:solidFill>
          <a:ln w="63500">
            <a:solidFill>
              <a:srgbClr val="FF595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51" name="Rechthoek: afgeronde hoeken 50">
            <a:extLst>
              <a:ext uri="{FF2B5EF4-FFF2-40B4-BE49-F238E27FC236}">
                <a16:creationId xmlns:a16="http://schemas.microsoft.com/office/drawing/2014/main" id="{EE74B615-3220-6CD4-BF3E-9DF153DB49C5}"/>
              </a:ext>
            </a:extLst>
          </p:cNvPr>
          <p:cNvSpPr/>
          <p:nvPr/>
        </p:nvSpPr>
        <p:spPr>
          <a:xfrm>
            <a:off x="6279615" y="675626"/>
            <a:ext cx="877103" cy="1186699"/>
          </a:xfrm>
          <a:prstGeom prst="roundRect">
            <a:avLst/>
          </a:prstGeom>
          <a:solidFill>
            <a:schemeClr val="bg1"/>
          </a:solidFill>
          <a:ln w="63500">
            <a:solidFill>
              <a:srgbClr val="FF595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50" name="Rechthoek: afgeronde hoeken 49">
            <a:extLst>
              <a:ext uri="{FF2B5EF4-FFF2-40B4-BE49-F238E27FC236}">
                <a16:creationId xmlns:a16="http://schemas.microsoft.com/office/drawing/2014/main" id="{8A389F50-8FD6-B106-FD8E-A6EBDAE435D4}"/>
              </a:ext>
            </a:extLst>
          </p:cNvPr>
          <p:cNvSpPr/>
          <p:nvPr/>
        </p:nvSpPr>
        <p:spPr>
          <a:xfrm>
            <a:off x="4481295" y="717536"/>
            <a:ext cx="877103" cy="1186699"/>
          </a:xfrm>
          <a:prstGeom prst="roundRect">
            <a:avLst/>
          </a:prstGeom>
          <a:solidFill>
            <a:schemeClr val="bg1"/>
          </a:solidFill>
          <a:ln w="63500">
            <a:solidFill>
              <a:srgbClr val="FF595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grpSp>
        <p:nvGrpSpPr>
          <p:cNvPr id="15" name="Groep 14">
            <a:extLst>
              <a:ext uri="{FF2B5EF4-FFF2-40B4-BE49-F238E27FC236}">
                <a16:creationId xmlns:a16="http://schemas.microsoft.com/office/drawing/2014/main" id="{FE8F33FB-B591-1EBC-140D-386B99EA6DC1}"/>
              </a:ext>
            </a:extLst>
          </p:cNvPr>
          <p:cNvGrpSpPr/>
          <p:nvPr/>
        </p:nvGrpSpPr>
        <p:grpSpPr>
          <a:xfrm>
            <a:off x="2720499" y="4830804"/>
            <a:ext cx="582771" cy="609875"/>
            <a:chOff x="6214864" y="1778000"/>
            <a:chExt cx="652488" cy="559859"/>
          </a:xfrm>
        </p:grpSpPr>
        <p:pic>
          <p:nvPicPr>
            <p:cNvPr id="6" name="Afbeelding 5">
              <a:extLst>
                <a:ext uri="{FF2B5EF4-FFF2-40B4-BE49-F238E27FC236}">
                  <a16:creationId xmlns:a16="http://schemas.microsoft.com/office/drawing/2014/main" id="{BC8FBBF8-5871-AC16-BC7B-C20FB35713B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214864" y="1778000"/>
              <a:ext cx="652488" cy="88473"/>
            </a:xfrm>
            <a:prstGeom prst="rect">
              <a:avLst/>
            </a:prstGeom>
          </p:spPr>
        </p:pic>
        <p:pic>
          <p:nvPicPr>
            <p:cNvPr id="8" name="Afbeelding 7">
              <a:extLst>
                <a:ext uri="{FF2B5EF4-FFF2-40B4-BE49-F238E27FC236}">
                  <a16:creationId xmlns:a16="http://schemas.microsoft.com/office/drawing/2014/main" id="{F1A1A5C8-D79A-7C37-2C16-65D24453759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214864" y="2019011"/>
              <a:ext cx="652488" cy="88473"/>
            </a:xfrm>
            <a:prstGeom prst="rect">
              <a:avLst/>
            </a:prstGeom>
          </p:spPr>
        </p:pic>
        <p:pic>
          <p:nvPicPr>
            <p:cNvPr id="9" name="Afbeelding 8">
              <a:extLst>
                <a:ext uri="{FF2B5EF4-FFF2-40B4-BE49-F238E27FC236}">
                  <a16:creationId xmlns:a16="http://schemas.microsoft.com/office/drawing/2014/main" id="{0798256F-FE8D-BC4D-9FD1-79404EC2D9A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214864" y="2249386"/>
              <a:ext cx="652488" cy="88473"/>
            </a:xfrm>
            <a:prstGeom prst="rect">
              <a:avLst/>
            </a:prstGeom>
          </p:spPr>
        </p:pic>
      </p:grpSp>
      <p:pic>
        <p:nvPicPr>
          <p:cNvPr id="12" name="Afbeelding 11">
            <a:extLst>
              <a:ext uri="{FF2B5EF4-FFF2-40B4-BE49-F238E27FC236}">
                <a16:creationId xmlns:a16="http://schemas.microsoft.com/office/drawing/2014/main" id="{763786FC-D10B-CBA4-9F88-58D6F6F9A05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6997" y="769663"/>
            <a:ext cx="508951" cy="863332"/>
          </a:xfrm>
          <a:prstGeom prst="rect">
            <a:avLst/>
          </a:prstGeom>
        </p:spPr>
      </p:pic>
      <p:sp>
        <p:nvSpPr>
          <p:cNvPr id="14" name="Tekstvak 13">
            <a:extLst>
              <a:ext uri="{FF2B5EF4-FFF2-40B4-BE49-F238E27FC236}">
                <a16:creationId xmlns:a16="http://schemas.microsoft.com/office/drawing/2014/main" id="{58086FDC-5642-E5C5-335B-B6208B730B5F}"/>
              </a:ext>
            </a:extLst>
          </p:cNvPr>
          <p:cNvSpPr txBox="1"/>
          <p:nvPr/>
        </p:nvSpPr>
        <p:spPr>
          <a:xfrm>
            <a:off x="4448767" y="967806"/>
            <a:ext cx="949778" cy="568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rgbClr val="FF595D"/>
                </a:solidFill>
                <a:latin typeface="Consolas" panose="020B0609020204030204" pitchFamily="49" charset="0"/>
              </a:rPr>
              <a:t>a=4</a:t>
            </a:r>
            <a:endParaRPr lang="nl-NL" sz="3600" b="1" dirty="0">
              <a:solidFill>
                <a:srgbClr val="FF595D"/>
              </a:solidFill>
              <a:latin typeface="Consolas" panose="020B0609020204030204" pitchFamily="49" charset="0"/>
            </a:endParaRPr>
          </a:p>
        </p:txBody>
      </p:sp>
      <p:pic>
        <p:nvPicPr>
          <p:cNvPr id="18" name="Afbeelding 17">
            <a:extLst>
              <a:ext uri="{FF2B5EF4-FFF2-40B4-BE49-F238E27FC236}">
                <a16:creationId xmlns:a16="http://schemas.microsoft.com/office/drawing/2014/main" id="{5B01F1DA-E4CC-DD0A-232B-C074CA190F2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01031" y="716278"/>
            <a:ext cx="960617" cy="960617"/>
          </a:xfrm>
          <a:prstGeom prst="rect">
            <a:avLst/>
          </a:prstGeom>
        </p:spPr>
      </p:pic>
      <p:grpSp>
        <p:nvGrpSpPr>
          <p:cNvPr id="47" name="Groep 46">
            <a:extLst>
              <a:ext uri="{FF2B5EF4-FFF2-40B4-BE49-F238E27FC236}">
                <a16:creationId xmlns:a16="http://schemas.microsoft.com/office/drawing/2014/main" id="{9AA1BABD-8662-71A5-F663-0E5A0AA2631A}"/>
              </a:ext>
            </a:extLst>
          </p:cNvPr>
          <p:cNvGrpSpPr/>
          <p:nvPr/>
        </p:nvGrpSpPr>
        <p:grpSpPr>
          <a:xfrm>
            <a:off x="6378045" y="974894"/>
            <a:ext cx="662835" cy="561686"/>
            <a:chOff x="6165602" y="881308"/>
            <a:chExt cx="752647" cy="474920"/>
          </a:xfrm>
        </p:grpSpPr>
        <p:sp>
          <p:nvSpPr>
            <p:cNvPr id="19" name="Ruit 18">
              <a:extLst>
                <a:ext uri="{FF2B5EF4-FFF2-40B4-BE49-F238E27FC236}">
                  <a16:creationId xmlns:a16="http://schemas.microsoft.com/office/drawing/2014/main" id="{4F08A83E-936C-3CE8-449C-6B4BB27F5149}"/>
                </a:ext>
              </a:extLst>
            </p:cNvPr>
            <p:cNvSpPr/>
            <p:nvPr/>
          </p:nvSpPr>
          <p:spPr>
            <a:xfrm>
              <a:off x="6392430" y="881308"/>
              <a:ext cx="298991" cy="375684"/>
            </a:xfrm>
            <a:prstGeom prst="diamond">
              <a:avLst/>
            </a:prstGeom>
            <a:solidFill>
              <a:schemeClr val="bg1"/>
            </a:solidFill>
            <a:ln w="34925">
              <a:solidFill>
                <a:srgbClr val="FF595D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cxnSp>
          <p:nvCxnSpPr>
            <p:cNvPr id="20" name="Verbindingslijn: gebogen 19">
              <a:extLst>
                <a:ext uri="{FF2B5EF4-FFF2-40B4-BE49-F238E27FC236}">
                  <a16:creationId xmlns:a16="http://schemas.microsoft.com/office/drawing/2014/main" id="{CE8A858A-CD62-8D63-6566-42CF791BC50F}"/>
                </a:ext>
              </a:extLst>
            </p:cNvPr>
            <p:cNvCxnSpPr>
              <a:cxnSpLocks/>
              <a:stCxn id="19" idx="3"/>
            </p:cNvCxnSpPr>
            <p:nvPr/>
          </p:nvCxnSpPr>
          <p:spPr>
            <a:xfrm>
              <a:off x="6691421" y="1069150"/>
              <a:ext cx="226828" cy="287078"/>
            </a:xfrm>
            <a:prstGeom prst="bentConnector2">
              <a:avLst/>
            </a:prstGeom>
            <a:ln w="34925">
              <a:solidFill>
                <a:srgbClr val="FF595D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Verbindingslijn: gebogen 20">
              <a:extLst>
                <a:ext uri="{FF2B5EF4-FFF2-40B4-BE49-F238E27FC236}">
                  <a16:creationId xmlns:a16="http://schemas.microsoft.com/office/drawing/2014/main" id="{61B682C5-377B-9199-4CFB-A2F93C9D081C}"/>
                </a:ext>
              </a:extLst>
            </p:cNvPr>
            <p:cNvCxnSpPr>
              <a:cxnSpLocks/>
              <a:stCxn id="19" idx="1"/>
            </p:cNvCxnSpPr>
            <p:nvPr/>
          </p:nvCxnSpPr>
          <p:spPr>
            <a:xfrm rot="10800000" flipV="1">
              <a:off x="6165602" y="1069150"/>
              <a:ext cx="226828" cy="287078"/>
            </a:xfrm>
            <a:prstGeom prst="bentConnector2">
              <a:avLst/>
            </a:prstGeom>
            <a:ln w="34925">
              <a:solidFill>
                <a:srgbClr val="FF595D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8" name="Groep 47">
            <a:extLst>
              <a:ext uri="{FF2B5EF4-FFF2-40B4-BE49-F238E27FC236}">
                <a16:creationId xmlns:a16="http://schemas.microsoft.com/office/drawing/2014/main" id="{B460F7DF-EA8C-4860-12C7-9859F385B802}"/>
              </a:ext>
            </a:extLst>
          </p:cNvPr>
          <p:cNvGrpSpPr/>
          <p:nvPr/>
        </p:nvGrpSpPr>
        <p:grpSpPr>
          <a:xfrm>
            <a:off x="857250" y="3451093"/>
            <a:ext cx="491618" cy="379598"/>
            <a:chOff x="640847" y="3460381"/>
            <a:chExt cx="578353" cy="392733"/>
          </a:xfrm>
        </p:grpSpPr>
        <p:sp>
          <p:nvSpPr>
            <p:cNvPr id="26" name="Ruit 25">
              <a:extLst>
                <a:ext uri="{FF2B5EF4-FFF2-40B4-BE49-F238E27FC236}">
                  <a16:creationId xmlns:a16="http://schemas.microsoft.com/office/drawing/2014/main" id="{15757A26-5B80-9C57-9F4F-30AA0D02503B}"/>
                </a:ext>
              </a:extLst>
            </p:cNvPr>
            <p:cNvSpPr/>
            <p:nvPr/>
          </p:nvSpPr>
          <p:spPr>
            <a:xfrm>
              <a:off x="640847" y="3460381"/>
              <a:ext cx="578353" cy="392733"/>
            </a:xfrm>
            <a:prstGeom prst="diamond">
              <a:avLst/>
            </a:prstGeom>
            <a:solidFill>
              <a:schemeClr val="bg1"/>
            </a:solidFill>
            <a:ln w="34925">
              <a:solidFill>
                <a:srgbClr val="FF595D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cxnSp>
          <p:nvCxnSpPr>
            <p:cNvPr id="28" name="Verbindingslijn: gebogen 27">
              <a:extLst>
                <a:ext uri="{FF2B5EF4-FFF2-40B4-BE49-F238E27FC236}">
                  <a16:creationId xmlns:a16="http://schemas.microsoft.com/office/drawing/2014/main" id="{4B589DA9-C2AD-B049-EC24-024ED5424587}"/>
                </a:ext>
              </a:extLst>
            </p:cNvPr>
            <p:cNvCxnSpPr>
              <a:cxnSpLocks/>
              <a:stCxn id="26" idx="2"/>
              <a:endCxn id="26" idx="3"/>
            </p:cNvCxnSpPr>
            <p:nvPr/>
          </p:nvCxnSpPr>
          <p:spPr>
            <a:xfrm rot="5400000" flipH="1" flipV="1">
              <a:off x="976429" y="3610343"/>
              <a:ext cx="196366" cy="289176"/>
            </a:xfrm>
            <a:prstGeom prst="bentConnector4">
              <a:avLst>
                <a:gd name="adj1" fmla="val -182383"/>
                <a:gd name="adj2" fmla="val 179052"/>
              </a:avLst>
            </a:prstGeom>
            <a:ln w="34925">
              <a:solidFill>
                <a:srgbClr val="FF595D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pic>
        <p:nvPicPr>
          <p:cNvPr id="36" name="Afbeelding 35">
            <a:extLst>
              <a:ext uri="{FF2B5EF4-FFF2-40B4-BE49-F238E27FC236}">
                <a16:creationId xmlns:a16="http://schemas.microsoft.com/office/drawing/2014/main" id="{F9D2EE8C-B373-D916-A09C-E30807EE8770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6204" r="12569"/>
          <a:stretch>
            <a:fillRect/>
          </a:stretch>
        </p:blipFill>
        <p:spPr>
          <a:xfrm>
            <a:off x="8112225" y="724611"/>
            <a:ext cx="734979" cy="1031881"/>
          </a:xfrm>
          <a:prstGeom prst="rect">
            <a:avLst/>
          </a:prstGeom>
        </p:spPr>
      </p:pic>
      <p:pic>
        <p:nvPicPr>
          <p:cNvPr id="37" name="Afbeelding 36">
            <a:extLst>
              <a:ext uri="{FF2B5EF4-FFF2-40B4-BE49-F238E27FC236}">
                <a16:creationId xmlns:a16="http://schemas.microsoft.com/office/drawing/2014/main" id="{E9973C6E-FC88-4B43-32BF-B376658D0391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12638" r="11150"/>
          <a:stretch>
            <a:fillRect/>
          </a:stretch>
        </p:blipFill>
        <p:spPr>
          <a:xfrm>
            <a:off x="9852872" y="734664"/>
            <a:ext cx="770360" cy="1010811"/>
          </a:xfrm>
          <a:prstGeom prst="rect">
            <a:avLst/>
          </a:prstGeom>
        </p:spPr>
      </p:pic>
      <p:pic>
        <p:nvPicPr>
          <p:cNvPr id="38" name="Afbeelding 37">
            <a:extLst>
              <a:ext uri="{FF2B5EF4-FFF2-40B4-BE49-F238E27FC236}">
                <a16:creationId xmlns:a16="http://schemas.microsoft.com/office/drawing/2014/main" id="{42D87214-E762-69C5-2764-13A8502113D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96341" y="3553962"/>
            <a:ext cx="655523" cy="783223"/>
          </a:xfrm>
          <a:prstGeom prst="rect">
            <a:avLst/>
          </a:prstGeom>
        </p:spPr>
      </p:pic>
      <p:grpSp>
        <p:nvGrpSpPr>
          <p:cNvPr id="40" name="Groep 39">
            <a:extLst>
              <a:ext uri="{FF2B5EF4-FFF2-40B4-BE49-F238E27FC236}">
                <a16:creationId xmlns:a16="http://schemas.microsoft.com/office/drawing/2014/main" id="{A64E3AF2-3BDC-8A96-D3A3-E6FB6F785FDD}"/>
              </a:ext>
            </a:extLst>
          </p:cNvPr>
          <p:cNvGrpSpPr/>
          <p:nvPr/>
        </p:nvGrpSpPr>
        <p:grpSpPr>
          <a:xfrm>
            <a:off x="4544685" y="3542532"/>
            <a:ext cx="655523" cy="818110"/>
            <a:chOff x="4330009" y="3449547"/>
            <a:chExt cx="744911" cy="890024"/>
          </a:xfrm>
        </p:grpSpPr>
        <p:pic>
          <p:nvPicPr>
            <p:cNvPr id="11" name="Afbeelding 10">
              <a:extLst>
                <a:ext uri="{FF2B5EF4-FFF2-40B4-BE49-F238E27FC236}">
                  <a16:creationId xmlns:a16="http://schemas.microsoft.com/office/drawing/2014/main" id="{DB138184-579C-9E41-C855-0C7EE2FC7A2A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4330009" y="3449547"/>
              <a:ext cx="744911" cy="890024"/>
            </a:xfrm>
            <a:prstGeom prst="rect">
              <a:avLst/>
            </a:prstGeom>
          </p:spPr>
        </p:pic>
        <p:sp>
          <p:nvSpPr>
            <p:cNvPr id="39" name="Rechthoek 38">
              <a:extLst>
                <a:ext uri="{FF2B5EF4-FFF2-40B4-BE49-F238E27FC236}">
                  <a16:creationId xmlns:a16="http://schemas.microsoft.com/office/drawing/2014/main" id="{AE830A40-0112-3F7F-67BB-0A51ED0E0F7B}"/>
                </a:ext>
              </a:extLst>
            </p:cNvPr>
            <p:cNvSpPr/>
            <p:nvPr/>
          </p:nvSpPr>
          <p:spPr>
            <a:xfrm>
              <a:off x="4511040" y="3552309"/>
              <a:ext cx="464820" cy="47138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</p:grpSp>
      <p:pic>
        <p:nvPicPr>
          <p:cNvPr id="46" name="Afbeelding 45">
            <a:extLst>
              <a:ext uri="{FF2B5EF4-FFF2-40B4-BE49-F238E27FC236}">
                <a16:creationId xmlns:a16="http://schemas.microsoft.com/office/drawing/2014/main" id="{0ED5866B-C886-CB68-79FB-A52F9082B7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75948" y="761775"/>
            <a:ext cx="513600" cy="8712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62183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Afbeelding 2">
            <a:extLst>
              <a:ext uri="{FF2B5EF4-FFF2-40B4-BE49-F238E27FC236}">
                <a16:creationId xmlns:a16="http://schemas.microsoft.com/office/drawing/2014/main" id="{C6A1E6C9-AF1C-854D-4D9E-4D987E7CF4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15586" y="1681805"/>
            <a:ext cx="525568" cy="748975"/>
          </a:xfrm>
          <a:prstGeom prst="rect">
            <a:avLst/>
          </a:prstGeom>
        </p:spPr>
      </p:pic>
      <p:pic>
        <p:nvPicPr>
          <p:cNvPr id="5" name="Afbeelding 4">
            <a:extLst>
              <a:ext uri="{FF2B5EF4-FFF2-40B4-BE49-F238E27FC236}">
                <a16:creationId xmlns:a16="http://schemas.microsoft.com/office/drawing/2014/main" id="{E378E192-290B-C805-C631-90B1523FD8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76966" y="903656"/>
            <a:ext cx="2572109" cy="4363059"/>
          </a:xfrm>
          <a:prstGeom prst="rect">
            <a:avLst/>
          </a:prstGeom>
        </p:spPr>
      </p:pic>
      <p:pic>
        <p:nvPicPr>
          <p:cNvPr id="7" name="Afbeelding 6">
            <a:extLst>
              <a:ext uri="{FF2B5EF4-FFF2-40B4-BE49-F238E27FC236}">
                <a16:creationId xmlns:a16="http://schemas.microsoft.com/office/drawing/2014/main" id="{233C2E27-F9BB-909C-43A6-8FCD75B6EE0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88247" y="844112"/>
            <a:ext cx="2429214" cy="42773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2094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Afbeelding 4">
            <a:extLst>
              <a:ext uri="{FF2B5EF4-FFF2-40B4-BE49-F238E27FC236}">
                <a16:creationId xmlns:a16="http://schemas.microsoft.com/office/drawing/2014/main" id="{A02F0A92-5B4B-38BD-0CA1-669A4566CA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79630" y="1592282"/>
            <a:ext cx="1164029" cy="931223"/>
          </a:xfrm>
          <a:prstGeom prst="rect">
            <a:avLst/>
          </a:prstGeom>
        </p:spPr>
      </p:pic>
      <p:pic>
        <p:nvPicPr>
          <p:cNvPr id="2" name="Afbeelding 1">
            <a:extLst>
              <a:ext uri="{FF2B5EF4-FFF2-40B4-BE49-F238E27FC236}">
                <a16:creationId xmlns:a16="http://schemas.microsoft.com/office/drawing/2014/main" id="{3A9A14ED-C8B6-320B-4287-57E31F174D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60343" y="4053893"/>
            <a:ext cx="1605493" cy="1605493"/>
          </a:xfrm>
          <a:prstGeom prst="rect">
            <a:avLst/>
          </a:prstGeom>
        </p:spPr>
      </p:pic>
      <p:sp>
        <p:nvSpPr>
          <p:cNvPr id="3" name="Rechthoek: afgeronde hoeken 2">
            <a:extLst>
              <a:ext uri="{FF2B5EF4-FFF2-40B4-BE49-F238E27FC236}">
                <a16:creationId xmlns:a16="http://schemas.microsoft.com/office/drawing/2014/main" id="{8B2F4CA5-239D-DFB4-7C97-F1F924543BEF}"/>
              </a:ext>
            </a:extLst>
          </p:cNvPr>
          <p:cNvSpPr/>
          <p:nvPr/>
        </p:nvSpPr>
        <p:spPr>
          <a:xfrm>
            <a:off x="4279811" y="5054009"/>
            <a:ext cx="1190848" cy="1360967"/>
          </a:xfrm>
          <a:prstGeom prst="roundRect">
            <a:avLst/>
          </a:prstGeom>
          <a:noFill/>
          <a:ln w="63500">
            <a:solidFill>
              <a:srgbClr val="FF595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3" name="Rechthoek: afgeronde hoeken 12">
            <a:extLst>
              <a:ext uri="{FF2B5EF4-FFF2-40B4-BE49-F238E27FC236}">
                <a16:creationId xmlns:a16="http://schemas.microsoft.com/office/drawing/2014/main" id="{23AB9C7B-5C31-1E99-E28D-2FCCCD207E7B}"/>
              </a:ext>
            </a:extLst>
          </p:cNvPr>
          <p:cNvSpPr/>
          <p:nvPr/>
        </p:nvSpPr>
        <p:spPr>
          <a:xfrm>
            <a:off x="385583" y="3191937"/>
            <a:ext cx="1216479" cy="742950"/>
          </a:xfrm>
          <a:prstGeom prst="roundRect">
            <a:avLst/>
          </a:prstGeom>
          <a:solidFill>
            <a:schemeClr val="bg1"/>
          </a:solidFill>
          <a:ln w="50800">
            <a:solidFill>
              <a:srgbClr val="FF595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4" name="Ruit 3">
            <a:extLst>
              <a:ext uri="{FF2B5EF4-FFF2-40B4-BE49-F238E27FC236}">
                <a16:creationId xmlns:a16="http://schemas.microsoft.com/office/drawing/2014/main" id="{9204729F-5255-7D75-A0B2-608CDEA6D2CF}"/>
              </a:ext>
            </a:extLst>
          </p:cNvPr>
          <p:cNvSpPr/>
          <p:nvPr/>
        </p:nvSpPr>
        <p:spPr>
          <a:xfrm>
            <a:off x="8513135" y="694660"/>
            <a:ext cx="673395" cy="375684"/>
          </a:xfrm>
          <a:prstGeom prst="diamond">
            <a:avLst/>
          </a:prstGeom>
          <a:solidFill>
            <a:schemeClr val="bg1"/>
          </a:solidFill>
          <a:ln w="25400">
            <a:solidFill>
              <a:srgbClr val="FF595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6" name="Ovaal 5">
            <a:extLst>
              <a:ext uri="{FF2B5EF4-FFF2-40B4-BE49-F238E27FC236}">
                <a16:creationId xmlns:a16="http://schemas.microsoft.com/office/drawing/2014/main" id="{33DDEB40-B6AB-FC0E-F6E8-C0EED3F7B391}"/>
              </a:ext>
            </a:extLst>
          </p:cNvPr>
          <p:cNvSpPr/>
          <p:nvPr/>
        </p:nvSpPr>
        <p:spPr>
          <a:xfrm>
            <a:off x="8420986" y="2006009"/>
            <a:ext cx="347330" cy="354419"/>
          </a:xfrm>
          <a:prstGeom prst="ellipse">
            <a:avLst/>
          </a:prstGeom>
          <a:solidFill>
            <a:schemeClr val="bg1"/>
          </a:solidFill>
          <a:ln>
            <a:solidFill>
              <a:srgbClr val="FF595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cxnSp>
        <p:nvCxnSpPr>
          <p:cNvPr id="8" name="Verbindingslijn: gebogen 7">
            <a:extLst>
              <a:ext uri="{FF2B5EF4-FFF2-40B4-BE49-F238E27FC236}">
                <a16:creationId xmlns:a16="http://schemas.microsoft.com/office/drawing/2014/main" id="{0E2ABACF-7BAC-38CC-EFD9-E907E86A19D7}"/>
              </a:ext>
            </a:extLst>
          </p:cNvPr>
          <p:cNvCxnSpPr>
            <a:cxnSpLocks/>
            <a:stCxn id="4" idx="3"/>
          </p:cNvCxnSpPr>
          <p:nvPr/>
        </p:nvCxnSpPr>
        <p:spPr>
          <a:xfrm>
            <a:off x="9186530" y="882502"/>
            <a:ext cx="248093" cy="287079"/>
          </a:xfrm>
          <a:prstGeom prst="bentConnector2">
            <a:avLst/>
          </a:prstGeom>
          <a:ln w="31750">
            <a:solidFill>
              <a:srgbClr val="FF595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Verbindingslijn: gebogen 10">
            <a:extLst>
              <a:ext uri="{FF2B5EF4-FFF2-40B4-BE49-F238E27FC236}">
                <a16:creationId xmlns:a16="http://schemas.microsoft.com/office/drawing/2014/main" id="{2AF5782D-76CB-2BD1-EC6A-D3EED8485751}"/>
              </a:ext>
            </a:extLst>
          </p:cNvPr>
          <p:cNvCxnSpPr>
            <a:cxnSpLocks/>
            <a:stCxn id="4" idx="1"/>
          </p:cNvCxnSpPr>
          <p:nvPr/>
        </p:nvCxnSpPr>
        <p:spPr>
          <a:xfrm rot="10800000" flipV="1">
            <a:off x="8286307" y="882502"/>
            <a:ext cx="226828" cy="287078"/>
          </a:xfrm>
          <a:prstGeom prst="bentConnector2">
            <a:avLst/>
          </a:prstGeom>
          <a:ln w="31750">
            <a:solidFill>
              <a:srgbClr val="FF595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6" name="Afbeelding 15">
            <a:extLst>
              <a:ext uri="{FF2B5EF4-FFF2-40B4-BE49-F238E27FC236}">
                <a16:creationId xmlns:a16="http://schemas.microsoft.com/office/drawing/2014/main" id="{3D0AB3A7-7A49-3391-0593-7FF1C8F042A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23336" y="3429000"/>
            <a:ext cx="1744980" cy="1744980"/>
          </a:xfrm>
          <a:prstGeom prst="rect">
            <a:avLst/>
          </a:prstGeom>
        </p:spPr>
      </p:pic>
      <p:pic>
        <p:nvPicPr>
          <p:cNvPr id="17" name="Afbeelding 16">
            <a:extLst>
              <a:ext uri="{FF2B5EF4-FFF2-40B4-BE49-F238E27FC236}">
                <a16:creationId xmlns:a16="http://schemas.microsoft.com/office/drawing/2014/main" id="{BD313EF1-4A6F-40EB-134B-845CCC8BB7C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22080" y="3191937"/>
            <a:ext cx="2247900" cy="224790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35" name="Tekstvak 34">
                <a:extLst>
                  <a:ext uri="{FF2B5EF4-FFF2-40B4-BE49-F238E27FC236}">
                    <a16:creationId xmlns:a16="http://schemas.microsoft.com/office/drawing/2014/main" id="{A5F0C6C8-FD1A-439F-8C8B-85BB5610B7A4}"/>
                  </a:ext>
                </a:extLst>
              </p:cNvPr>
              <p:cNvSpPr txBox="1"/>
              <p:nvPr/>
            </p:nvSpPr>
            <p:spPr>
              <a:xfrm>
                <a:off x="9646389" y="2674620"/>
                <a:ext cx="1362552" cy="73866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4800" b="1" i="1" smtClean="0">
                          <a:solidFill>
                            <a:srgbClr val="FF595D"/>
                          </a:solidFill>
                          <a:latin typeface="Cambria Math" panose="02040503050406030204" pitchFamily="18" charset="0"/>
                        </a:rPr>
                        <m:t>𝒇</m:t>
                      </m:r>
                      <m:r>
                        <a:rPr lang="en-US" sz="4800" b="1" i="1" baseline="-25000" smtClean="0">
                          <a:solidFill>
                            <a:srgbClr val="FF595D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US" sz="4800" b="1" i="1" smtClean="0">
                          <a:solidFill>
                            <a:srgbClr val="FF595D"/>
                          </a:solidFill>
                          <a:latin typeface="Cambria Math" panose="02040503050406030204" pitchFamily="18" charset="0"/>
                        </a:rPr>
                        <m:t>( )</m:t>
                      </m:r>
                    </m:oMath>
                  </m:oMathPara>
                </a14:m>
                <a:endParaRPr lang="nl-NL" sz="4800" b="1">
                  <a:solidFill>
                    <a:srgbClr val="FF595D"/>
                  </a:solidFill>
                </a:endParaRPr>
              </a:p>
            </p:txBody>
          </p:sp>
        </mc:Choice>
        <mc:Fallback>
          <p:sp>
            <p:nvSpPr>
              <p:cNvPr id="35" name="Tekstvak 34">
                <a:extLst>
                  <a:ext uri="{FF2B5EF4-FFF2-40B4-BE49-F238E27FC236}">
                    <a16:creationId xmlns:a16="http://schemas.microsoft.com/office/drawing/2014/main" id="{A5F0C6C8-FD1A-439F-8C8B-85BB5610B7A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646389" y="2674620"/>
                <a:ext cx="1362552" cy="73866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nl-NL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9" name="Afbeelding 18">
            <a:extLst>
              <a:ext uri="{FF2B5EF4-FFF2-40B4-BE49-F238E27FC236}">
                <a16:creationId xmlns:a16="http://schemas.microsoft.com/office/drawing/2014/main" id="{E8E89873-FB0A-3BDC-78CE-BED81370A94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26189" y="5054009"/>
            <a:ext cx="1656730" cy="16567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47103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Afbeelding 2">
            <a:extLst>
              <a:ext uri="{FF2B5EF4-FFF2-40B4-BE49-F238E27FC236}">
                <a16:creationId xmlns:a16="http://schemas.microsoft.com/office/drawing/2014/main" id="{7B8FF728-C5CA-C8FD-524B-03DC61A3DB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664536" y="-92148"/>
            <a:ext cx="6858000" cy="6858000"/>
          </a:xfrm>
          <a:prstGeom prst="rect">
            <a:avLst/>
          </a:prstGeom>
        </p:spPr>
      </p:pic>
      <p:pic>
        <p:nvPicPr>
          <p:cNvPr id="4" name="Afbeelding 3">
            <a:extLst>
              <a:ext uri="{FF2B5EF4-FFF2-40B4-BE49-F238E27FC236}">
                <a16:creationId xmlns:a16="http://schemas.microsoft.com/office/drawing/2014/main" id="{42BABA99-8A2A-A876-CC8F-2389D28314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38252" y="2371252"/>
            <a:ext cx="2115495" cy="21154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0395981"/>
      </p:ext>
    </p:extLst>
  </p:cSld>
  <p:clrMapOvr>
    <a:masterClrMapping/>
  </p:clrMapOvr>
</p:sld>
</file>

<file path=ppt/theme/theme1.xml><?xml version="1.0" encoding="utf-8"?>
<a:theme xmlns:a="http://schemas.openxmlformats.org/drawingml/2006/main" name="Kantoorth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7BD6332C60CAD4EB6643DCD61866E64" ma:contentTypeVersion="15" ma:contentTypeDescription="Create a new document." ma:contentTypeScope="" ma:versionID="18f6b14ac383296f71e46e1c2f8c4126">
  <xsd:schema xmlns:xsd="http://www.w3.org/2001/XMLSchema" xmlns:xs="http://www.w3.org/2001/XMLSchema" xmlns:p="http://schemas.microsoft.com/office/2006/metadata/properties" xmlns:ns2="7ef104f9-a132-4d37-b982-79d616947097" xmlns:ns3="43bdaeac-6490-4342-a4c2-c656443f4e70" targetNamespace="http://schemas.microsoft.com/office/2006/metadata/properties" ma:root="true" ma:fieldsID="73f541a57271617e9f2b0e830f2d0834" ns2:_="" ns3:_="">
    <xsd:import namespace="7ef104f9-a132-4d37-b982-79d616947097"/>
    <xsd:import namespace="43bdaeac-6490-4342-a4c2-c656443f4e7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ServiceSearchProperties" minOccurs="0"/>
                <xsd:element ref="ns2:MediaLengthInSeconds" minOccurs="0"/>
                <xsd:element ref="ns2:MediaServiceDateTaken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ef104f9-a132-4d37-b982-79d61694709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2" nillable="true" ma:taxonomy="true" ma:internalName="lcf76f155ced4ddcb4097134ff3c332f" ma:taxonomyFieldName="MediaServiceImageTags" ma:displayName="Image Tags" ma:readOnly="false" ma:fieldId="{5cf76f15-5ced-4ddc-b409-7134ff3c332f}" ma:taxonomyMulti="true" ma:sspId="ec07fb02-f36a-4d8d-940d-10da0e714a7a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SearchProperties" ma:index="1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  <xsd:element name="MediaServiceDateTaken" ma:index="2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Location" ma:index="22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3bdaeac-6490-4342-a4c2-c656443f4e70" elementFormDefault="qualified">
    <xsd:import namespace="http://schemas.microsoft.com/office/2006/documentManagement/types"/>
    <xsd:import namespace="http://schemas.microsoft.com/office/infopath/2007/PartnerControls"/>
    <xsd:element name="TaxCatchAll" ma:index="13" nillable="true" ma:displayName="Taxonomy Catch All Column" ma:hidden="true" ma:list="{8dc7172c-390f-4085-a2f0-749a7b40cbfc}" ma:internalName="TaxCatchAll" ma:showField="CatchAllData" ma:web="43bdaeac-6490-4342-a4c2-c656443f4e70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7ef104f9-a132-4d37-b982-79d616947097">
      <Terms xmlns="http://schemas.microsoft.com/office/infopath/2007/PartnerControls"/>
    </lcf76f155ced4ddcb4097134ff3c332f>
    <TaxCatchAll xmlns="43bdaeac-6490-4342-a4c2-c656443f4e70" xsi:nil="true"/>
  </documentManagement>
</p:properties>
</file>

<file path=customXml/itemProps1.xml><?xml version="1.0" encoding="utf-8"?>
<ds:datastoreItem xmlns:ds="http://schemas.openxmlformats.org/officeDocument/2006/customXml" ds:itemID="{BC45268E-562C-4FDF-A1EB-D579FCAE160C}"/>
</file>

<file path=customXml/itemProps2.xml><?xml version="1.0" encoding="utf-8"?>
<ds:datastoreItem xmlns:ds="http://schemas.openxmlformats.org/officeDocument/2006/customXml" ds:itemID="{BDD2D6B8-A12D-4A43-AA6F-FA3A2BB2AC22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B90000AA-8B62-4B21-AC8D-B924D941006C}">
  <ds:schemaRefs>
    <ds:schemaRef ds:uri="http://schemas.microsoft.com/office/2006/metadata/properties"/>
    <ds:schemaRef ds:uri="http://schemas.microsoft.com/office/infopath/2007/PartnerControls"/>
    <ds:schemaRef ds:uri="7ef104f9-a132-4d37-b982-79d616947097"/>
    <ds:schemaRef ds:uri="43bdaeac-6490-4342-a4c2-c656443f4e70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411</TotalTime>
  <Words>13</Words>
  <Application>Microsoft Office PowerPoint</Application>
  <PresentationFormat>Breedbeeld</PresentationFormat>
  <Paragraphs>5</Paragraphs>
  <Slides>8</Slides>
  <Notes>0</Notes>
  <HiddenSlides>0</HiddenSlides>
  <MMClips>0</MMClips>
  <ScaleCrop>false</ScaleCrop>
  <HeadingPairs>
    <vt:vector size="6" baseType="variant">
      <vt:variant>
        <vt:lpstr>Gebruikte lettertypen</vt:lpstr>
      </vt:variant>
      <vt:variant>
        <vt:i4>5</vt:i4>
      </vt:variant>
      <vt:variant>
        <vt:lpstr>Thema</vt:lpstr>
      </vt:variant>
      <vt:variant>
        <vt:i4>1</vt:i4>
      </vt:variant>
      <vt:variant>
        <vt:lpstr>Diatitels</vt:lpstr>
      </vt:variant>
      <vt:variant>
        <vt:i4>8</vt:i4>
      </vt:variant>
    </vt:vector>
  </HeadingPairs>
  <TitlesOfParts>
    <vt:vector size="14" baseType="lpstr">
      <vt:lpstr>Aptos</vt:lpstr>
      <vt:lpstr>Aptos Display</vt:lpstr>
      <vt:lpstr>Arial</vt:lpstr>
      <vt:lpstr>Cambria Math</vt:lpstr>
      <vt:lpstr>Consolas</vt:lpstr>
      <vt:lpstr>Kantoorthema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  <vt:lpstr>PowerPoint-presentatie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Renske Weeda</dc:creator>
  <cp:lastModifiedBy>Renske Weeda</cp:lastModifiedBy>
  <cp:revision>1</cp:revision>
  <dcterms:created xsi:type="dcterms:W3CDTF">2025-10-23T16:10:39Z</dcterms:created>
  <dcterms:modified xsi:type="dcterms:W3CDTF">2025-10-29T14:25:34Z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0x01010037BD6332C60CAD4EB6643DCD61866E64</vt:lpwstr>
  </property>
  <property fmtid="{D5CDD505-2E9C-101B-9397-08002B2CF9AE}" pid="3" name="MediaServiceImageTags">
    <vt:lpwstr/>
  </property>
</Properties>
</file>